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10"/>
  </p:normalViewPr>
  <p:slideViewPr>
    <p:cSldViewPr snapToGrid="0" snapToObjects="1">
      <p:cViewPr varScale="1">
        <p:scale>
          <a:sx n="113" d="100"/>
          <a:sy n="113" d="100"/>
        </p:scale>
        <p:origin x="45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3987743"/>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오늘 강의의 큰 그림은 단순합니다. 이제 코드를 직접 잘 외워 쓰는 사람이 아니라, AI가 안전하고 일관되게 일하도록 작업장을 설계하는 사람이 결과물을 만듭니다.
여기서 하네스는 말 그대로 통제 장치입니다. 야생마 같은 AI를 업무 목적, 제약조건, 검수 기준 안에 묶어 두는 장치라고 생각하시면 됩니다. 학교 업무를 가장 잘 아는 여러분이 그 하네스를 설계하면, 작은 웹도구를 집에서도 따라 만들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2026년 4월 20일 Claude 공식 블로그는 Built with Opus 4.6 Claude Code 해커톤 수상자를 소개했습니다. 1위는 Mike Brown의 CrossBeam입니다. Brown은 개인상해 변호사였고, CrossBeam은 캘리포니아 주택 허가 과정의 도면과 보정 요구서를 분석해 다음 조치 계획을 만드는 도구였습니다.
중요한 점은 이 사례가 단순한 성공담이 아니라는 것입니다. 학교 공무원에게도 같은 메시지가 있습니다. 코딩 문법을 잘 모르는 사람이더라도, 현장의 문제와 절차를 정확히 알고 있으면 AI에게 훨씬 좋은 지시를 내릴 수 있습니다.
출처: Claude 공식 블로그, Meet the winners of our Built with Opus 4.6 Claude Code hackathon, 2026-04-20, https://claude.com/blog/meet-the-winners-of-our-built-with-opus-4-6-claude-code-hackathon
출처: Code w/ Claude 2026 세션 페이지, Listen first. Then, keep thinking, 2026-05-07, https://claude.com/code-with-claude/session/sf-ext-listen-first-then-keep-thinking
보조 확인: CrossBeam GitHub, https://github.com/mikeOnBreeze/cc-crossbeam</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해커톤 우승 사례에서 우리가 가져올 핵심은 “비개발자도 된다”가 아니라 “문제를 깊이 아는 사람이 강하다”입니다. 개발자는 코딩 방법을 잘 알지만, 학교의 실제 병목과 예외 상황은 학교 공무원이 가장 잘 압니다.
예를 들어 연수 신청, 시설 요청, 안전점검 기록은 겉으로는 단순해 보여도 실제 현장에서는 담당자 확인, 일정, 개인정보, 증빙, 결재 흐름이 얽힙니다. 이 맥락을 정확히 설명하는 능력이 AI 시대의 출발점입니다.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슬라이드는 오늘 자주 나오는 단어를 행정업무 비유로 바꿔 보는 지도입니다. GitHub는 소스코드 문서고, Commit은 중간 결재 기록, Branch는 원본을 망치지 않기 위한 작업본이라고 이해하시면 됩니다.
중요한 것은 용어 암기가 아닙니다. 내가 Codex에게 어떤 자료를 주고, 어떤 작업을 맡기고, 어디서 검토해야 하는지를 알아듣는 것이 목표입니다. 자세한 설명은 핸드아웃 용어집에 다시 정리해 두었습니다.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MCP는 Model Context Protocol의 약자입니다. 어렵게 들리지만, 비유하면 AI용 멀티탭이나 USB-C 허브입니다. AI가 파일을 읽고, GitHub를 확인하고, 데이터베이스를 조회하고, 브라우저를 조작하려면 연결 규격이 필요합니다.
API가 하나의 서비스와 주고받는 창구라면, MCP는 AI가 여러 도구를 업무 흐름 안에서 연결해 쓰게 하는 방식입니다. 학교 업무로 치면, 민원 창구 하나가 API이고, 여러 부서 시스템을 꽂아 쓰는 통합 업무 허브가 MCP에 가깝습니다.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API는 프로그램끼리 정해진 양식으로 요청하고 응답하는 창구입니다. 학교 행정으로 치면 민원 신청서나 공문 서식과 비슷합니다. 정해진 항목을 채워서 내야 처리되고, 임의로 쓰면 반려될 수 있습니다.
예를 들어 Google Sheets API를 쓰면 신청자 명단을 시트에 저장할 수 있고, Telegram API를 쓰면 담당자에게 알림을 보낼 수 있습니다. API Key는 출입증입니다. 이 출입증을 GitHub에 올리면 누구나 내 권한으로 서비스를 쓸 수 있으므로 절대 공개하면 안 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Skill은 AI에게 “이런 일은 이렇게 하라”고 알려주는 작업 매뉴얼입니다. 신규 직원에게 업무 절차서를 주는 것과 비슷합니다. PPT를 만들 때는 어떤 순서로 내용을 잡고, 어떤 기준으로 렌더링을 검수할지 알려주는 스킬이 도움이 됩니다.
정리하면 API는 외부 서비스와 주고받는 창구, MCP는 AI가 도구를 연결해 쓰는 방법, Skill은 AI가 일을 처리하는 방법입니다. 세 개를 구분하면 Codex가 지금 무엇을 쓰고 있는지 이해하기 쉬워집니다.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프롬프트는 업무 지시서입니다. 그런데 “시간 관리 앱 만들어줘”처럼 한 줄만 던지면 결과는 운에 맡기는 셈입니다. 첨부 PDF는 이것을 Prompt-and-Pray, 즉 던지고 기도하는 방식으로 설명합니다.
하네스 엔지니어링은 프롬프트를 넘어서 작업환경, 역할, 금지사항, 검수 기준, 테스트까지 포함하는 통제 시스템입니다. 학교 업무로 치면 단순 구두 지시가 아니라, 업무분장표와 처리 절차서, 결재 기준, 점검표까지 같이 주는 방식입니다.</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하네스 엔지니어링의 핵심은 세 가지입니다. 첫째, 통제되지 않은 AI는 예측하기 어렵습니다. 둘째, 코드는 계속 바뀌므로 모든 판단의 원장은 Spec, 즉 기획 문서가 되어야 합니다. 셋째, 사람의 역할은 코드를 한 줄씩 쓰는 사람이 아니라 AI 개발팀을 지휘하는 Tech Lead로 바뀝니다.
학교 업무에 적용하면 Spec은 업무 처리 기준서입니다. 신청 양식, 담당자, 공개 범위, 개인정보 금지사항, 성공 기준을 문서로 잡아야 AI가 흔들리지 않습니다.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첨부 PDF의 3대 핵심 플러그인 무기고를 학교 업무 비유로 바꾸면 쉽습니다. Superpowers는 업무 절차서입니다. 처음 아이디어를 브레인스토밍하고 기획서로 바꾸는 흐름입니다.
G-Stack은 검토자입니다. 보안 담당자, 사용자, 관리자, 리뷰어처럼 여러 관점에서 계획을 검토합니다. Compound Engineering은 개선 기록입니다. 실패와 반려 사유를 버리지 않고 다음 작업 전에 읽게 해서 같은 실수를 줄입니다.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GitHub는 소스코드 문서고입니다. Git은 변경 이력을 관리하는 도구이고, Repository는 프로젝트 보관함입니다. Commit은 지금 상태를 저장하는 중간 결재 기록, Push는 내 PC 작업물을 GitHub 문서고에 올리는 행동입니다.
Branch는 원본을 바로 고치지 않고 복사본에서 수정하는 작업본입니다. Pull Request는 “이 수정안을 원본에 반영해도 되는지 검토해 주세요”라는 절차입니다. 공문과 문서관리, 결재선에 비유하면 훨씬 쉽습니다.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Vercel은 만든 웹앱을 인터넷 주소로 공개하는 배포 서비스입니다. 내 컴퓨터에서만 보이던 앱을 다른 사람도 접속할 수 있게 만드는 과정이라고 생각하시면 됩니다.
GitHub와 연결하면 저장소에 변경사항을 올릴 때마다 자동으로 새 버전이 배포될 수 있습니다. 다만 학교 업무에서는 공개 범위가 중요합니다. 학생, 학부모, 교직원 개인정보가 들어가는 실습은 하지 않고, API Key 같은 비밀값은 Vercel 환경변수에 넣어야 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Supabase는 여러 사람이 함께 쓰는 웹앱용 데이터베이스라고 이해하시면 됩니다. 엑셀보다 엄격한 전산 관리대장에 가깝습니다. Database, 로그인, 파일 보관, 실시간 갱신 기능을 제공합니다.
localStorage는 내 브라우저에만 저장됩니다. 그래서 연습용으로는 괜찮지만 여러 사람이 함께 쓰는 학교 업무도구에는 부족합니다. 신청자 명단, 시설 요청 내역, 안전점검 기록처럼 여러 담당자가 봐야 하는 데이터는 Supabase 같은 공유 DB로 확장할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Codex에게 일을 맡길 때는 바로 “코드 짜줘”로 들어가지 않는 것이 좋습니다. 먼저 아이디어를 쓰고, 브레인스토밍을 통해 빠진 부분을 찾아냅니다. 그 다음 기획서, 즉 Spec을 만들고, 구현 계획을 작성하게 합니다.
계획을 검토한 뒤 Codex가 실행하고, 우리는 결과를 확인하고 수정 지시를 합니다. 마지막에는 배포와 기록이 필요합니다. 기록은 다음 프로젝트에서 같은 실수를 줄이는 Compound Engineering의 시작입니다.</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예제는 연수 질문·투표 보드입니다. 참가자가 질문을 올리고, 다른 참가자가 공감 투표를 누르면 강사는 인기순으로 질문을 볼 수 있습니다. 답변 완료 체크와 CSV 다운로드도 넣습니다.
이 예제를 통해 Codex가 어떤 순서로 일해야 하는지 배웁니다. 먼저 사용자를 정하고, 기능 범위를 정하고, 검수 기준을 적습니다. “등록이 되는가, 투표가 올라가는가, 인기순 정렬이 되는가, CSV가 내려받아지는가”처럼 사람이 확인할 수 있는 기준을 둡니다.</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학교 업무도구는 처음부터 거창할 필요가 없습니다. 연수 질문 보드, 시설 요청 접수함, 행사 신청 관리, 안전점검 체크리스트처럼 반복되는 작은 업무부터 시작하면 됩니다.
처음에는 화면과 기능만 만들어도 충분합니다. 여러 사람이 같은 데이터를 봐야 하면 Supabase를 붙이고, 알림이 필요하면 Telegram이나 메일 API를 붙이고, 신청자 명단이 필요하면 Google Sheets API로 확장할 수 있습니다.</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Codex는 한 명의 코딩 비서라기보다 내가 지휘하는 AI 개발팀원처럼 볼 수 있습니다. 요구사항을 정리하는 PM, 화면을 보는 UI/UX, 코드를 구현하는 개발자, 오류를 찾는 리뷰어, 개인정보와 API Key를 점검하는 보안 담당자 역할을 나눌 수 있습니다.
첨부 PDF에서는 Git Worktrees와 병렬 실행을 다룹니다. 핵심은 각 에이전트가 격리된 작업공간에서 일하고, 메인 에이전트가 최종 검토와 병합을 담당한다는 점입니다. 다만 초보자는 여러 에이전트에게 동시에 같은 파일을 고치게 하기보다, 먼저 조사와 검토를 맡기는 것이 안전합니다.</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첨부 PDF의 CSO 보안 감사 개념을 학교 업무로 바꾸면, “보안 담당자의 시선으로 마지막에 한 번 더 훑는 절차”입니다. 프로그램이 고장나는 것은 버그지만, 데이터베이스가 삭제되거나 API Key가 노출되는 것은 사고입니다.
실습에는 실제 학생, 학부모, 교직원 개인정보를 넣지 않습니다. 전화번호, 주민번호, 건강정보도 넣지 않습니다. 무료 서비스는 편리하지만 계정 소유권, 보존기간, 요금, 장애 가능성을 확인해야 합니다. AI가 만든 코드는 반드시 사람이 검토합니다.</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집에서 따라 할 때는 도구부터 준비합니다. ChatGPT 또는 Codex, GitHub, Vercel, Supabase 계정, Node.js, VS Code나 Codex 사용 환경이 있으면 좋습니다.
순서는 오늘 배운 하네스 흐름 그대로입니다. 만들고 싶은 업무도구를 정하고, 문제를 글로 설명합니다. Codex에게 바로 코드를 쓰게 하지 말고 기획서부터 만들게 합니다. 구현 계획을 검토한 뒤 코드 작성, 실행, GitHub 저장, Vercel 배포로 갑니다. Supabase 연결은 다음 단계로 확장하면 됩니다.</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 메시지는 첨부 PDF의 결론과 같습니다. 코드를 직접 짜는 시대는 끝나가고, 시스템의 아키텍처를 설계하고 AI를 통제하는 사람이 결과물을 만듭니다. 여러분은 코더가 아니라 Tech Lead입니다.
완벽한 한 줄 프롬프트보다 중요한 것은 하네스입니다. 문제를 정확히 설명했는지, Spec을 만들었는지, 금지사항과 보안 기준을 넣었는지, 실행과 검토를 했는지 확인하십시오. 배포 전 개인정보 확인은 마지막 잠금장치입니다.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Cover / Harness Blueprint</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01</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AI에게 하네스를 씌우면 아이디어가 학교 업무도구가 된다.</a:t>
            </a:r>
            <a:endParaRPr lang="en-US" sz="1250" dirty="0"/>
          </a:p>
        </p:txBody>
      </p:sp>
      <p:sp>
        <p:nvSpPr>
          <p:cNvPr id="213" name="Shape 211"/>
          <p:cNvSpPr/>
          <p:nvPr/>
        </p:nvSpPr>
        <p:spPr>
          <a:xfrm>
            <a:off x="0" y="0"/>
            <a:ext cx="12191695" cy="6858000"/>
          </a:xfrm>
          <a:prstGeom prst="rect">
            <a:avLst/>
          </a:prstGeom>
          <a:solidFill>
            <a:srgbClr val="0B1F33"/>
          </a:solidFill>
          <a:ln w="12700">
            <a:solidFill>
              <a:srgbClr val="0B1F33"/>
            </a:solidFill>
            <a:prstDash val="solid"/>
          </a:ln>
        </p:spPr>
      </p:sp>
      <p:sp>
        <p:nvSpPr>
          <p:cNvPr id="214" name="Shape 212"/>
          <p:cNvSpPr/>
          <p:nvPr/>
        </p:nvSpPr>
        <p:spPr>
          <a:xfrm>
            <a:off x="411480" y="0"/>
            <a:ext cx="0" cy="6858000"/>
          </a:xfrm>
          <a:prstGeom prst="line">
            <a:avLst/>
          </a:prstGeom>
          <a:noFill/>
          <a:ln w="5080">
            <a:solidFill>
              <a:srgbClr val="315270">
                <a:alpha val="58000"/>
              </a:srgbClr>
            </a:solidFill>
            <a:prstDash val="solid"/>
          </a:ln>
        </p:spPr>
      </p:sp>
      <p:sp>
        <p:nvSpPr>
          <p:cNvPr id="215" name="Shape 213"/>
          <p:cNvSpPr/>
          <p:nvPr/>
        </p:nvSpPr>
        <p:spPr>
          <a:xfrm>
            <a:off x="868680" y="0"/>
            <a:ext cx="0" cy="6858000"/>
          </a:xfrm>
          <a:prstGeom prst="line">
            <a:avLst/>
          </a:prstGeom>
          <a:noFill/>
          <a:ln w="5080">
            <a:solidFill>
              <a:srgbClr val="315270">
                <a:alpha val="58000"/>
              </a:srgbClr>
            </a:solidFill>
            <a:prstDash val="solid"/>
          </a:ln>
        </p:spPr>
      </p:sp>
      <p:sp>
        <p:nvSpPr>
          <p:cNvPr id="216" name="Shape 214"/>
          <p:cNvSpPr/>
          <p:nvPr/>
        </p:nvSpPr>
        <p:spPr>
          <a:xfrm>
            <a:off x="1325880" y="0"/>
            <a:ext cx="0" cy="6858000"/>
          </a:xfrm>
          <a:prstGeom prst="line">
            <a:avLst/>
          </a:prstGeom>
          <a:noFill/>
          <a:ln w="5080">
            <a:solidFill>
              <a:srgbClr val="315270">
                <a:alpha val="58000"/>
              </a:srgbClr>
            </a:solidFill>
            <a:prstDash val="solid"/>
          </a:ln>
        </p:spPr>
      </p:sp>
      <p:sp>
        <p:nvSpPr>
          <p:cNvPr id="217" name="Shape 215"/>
          <p:cNvSpPr/>
          <p:nvPr/>
        </p:nvSpPr>
        <p:spPr>
          <a:xfrm>
            <a:off x="1783080" y="0"/>
            <a:ext cx="0" cy="6858000"/>
          </a:xfrm>
          <a:prstGeom prst="line">
            <a:avLst/>
          </a:prstGeom>
          <a:noFill/>
          <a:ln w="5080">
            <a:solidFill>
              <a:srgbClr val="315270">
                <a:alpha val="58000"/>
              </a:srgbClr>
            </a:solidFill>
            <a:prstDash val="solid"/>
          </a:ln>
        </p:spPr>
      </p:sp>
      <p:sp>
        <p:nvSpPr>
          <p:cNvPr id="218" name="Shape 216"/>
          <p:cNvSpPr/>
          <p:nvPr/>
        </p:nvSpPr>
        <p:spPr>
          <a:xfrm>
            <a:off x="2240280" y="0"/>
            <a:ext cx="0" cy="6858000"/>
          </a:xfrm>
          <a:prstGeom prst="line">
            <a:avLst/>
          </a:prstGeom>
          <a:noFill/>
          <a:ln w="5080">
            <a:solidFill>
              <a:srgbClr val="315270">
                <a:alpha val="58000"/>
              </a:srgbClr>
            </a:solidFill>
            <a:prstDash val="solid"/>
          </a:ln>
        </p:spPr>
      </p:sp>
      <p:sp>
        <p:nvSpPr>
          <p:cNvPr id="219" name="Shape 217"/>
          <p:cNvSpPr/>
          <p:nvPr/>
        </p:nvSpPr>
        <p:spPr>
          <a:xfrm>
            <a:off x="2697480" y="0"/>
            <a:ext cx="0" cy="6858000"/>
          </a:xfrm>
          <a:prstGeom prst="line">
            <a:avLst/>
          </a:prstGeom>
          <a:noFill/>
          <a:ln w="5080">
            <a:solidFill>
              <a:srgbClr val="315270">
                <a:alpha val="58000"/>
              </a:srgbClr>
            </a:solidFill>
            <a:prstDash val="solid"/>
          </a:ln>
        </p:spPr>
      </p:sp>
      <p:sp>
        <p:nvSpPr>
          <p:cNvPr id="220" name="Shape 218"/>
          <p:cNvSpPr/>
          <p:nvPr/>
        </p:nvSpPr>
        <p:spPr>
          <a:xfrm>
            <a:off x="3154680" y="0"/>
            <a:ext cx="0" cy="6858000"/>
          </a:xfrm>
          <a:prstGeom prst="line">
            <a:avLst/>
          </a:prstGeom>
          <a:noFill/>
          <a:ln w="5080">
            <a:solidFill>
              <a:srgbClr val="315270">
                <a:alpha val="58000"/>
              </a:srgbClr>
            </a:solidFill>
            <a:prstDash val="solid"/>
          </a:ln>
        </p:spPr>
      </p:sp>
      <p:sp>
        <p:nvSpPr>
          <p:cNvPr id="221" name="Shape 219"/>
          <p:cNvSpPr/>
          <p:nvPr/>
        </p:nvSpPr>
        <p:spPr>
          <a:xfrm>
            <a:off x="3611880" y="0"/>
            <a:ext cx="0" cy="6858000"/>
          </a:xfrm>
          <a:prstGeom prst="line">
            <a:avLst/>
          </a:prstGeom>
          <a:noFill/>
          <a:ln w="5080">
            <a:solidFill>
              <a:srgbClr val="315270">
                <a:alpha val="58000"/>
              </a:srgbClr>
            </a:solidFill>
            <a:prstDash val="solid"/>
          </a:ln>
        </p:spPr>
      </p:sp>
      <p:sp>
        <p:nvSpPr>
          <p:cNvPr id="222" name="Shape 220"/>
          <p:cNvSpPr/>
          <p:nvPr/>
        </p:nvSpPr>
        <p:spPr>
          <a:xfrm>
            <a:off x="4069080" y="0"/>
            <a:ext cx="0" cy="6858000"/>
          </a:xfrm>
          <a:prstGeom prst="line">
            <a:avLst/>
          </a:prstGeom>
          <a:noFill/>
          <a:ln w="5080">
            <a:solidFill>
              <a:srgbClr val="315270">
                <a:alpha val="58000"/>
              </a:srgbClr>
            </a:solidFill>
            <a:prstDash val="solid"/>
          </a:ln>
        </p:spPr>
      </p:sp>
      <p:sp>
        <p:nvSpPr>
          <p:cNvPr id="223" name="Shape 221"/>
          <p:cNvSpPr/>
          <p:nvPr/>
        </p:nvSpPr>
        <p:spPr>
          <a:xfrm>
            <a:off x="4526280" y="0"/>
            <a:ext cx="0" cy="6858000"/>
          </a:xfrm>
          <a:prstGeom prst="line">
            <a:avLst/>
          </a:prstGeom>
          <a:noFill/>
          <a:ln w="5080">
            <a:solidFill>
              <a:srgbClr val="315270">
                <a:alpha val="58000"/>
              </a:srgbClr>
            </a:solidFill>
            <a:prstDash val="solid"/>
          </a:ln>
        </p:spPr>
      </p:sp>
      <p:sp>
        <p:nvSpPr>
          <p:cNvPr id="224" name="Shape 222"/>
          <p:cNvSpPr/>
          <p:nvPr/>
        </p:nvSpPr>
        <p:spPr>
          <a:xfrm>
            <a:off x="4983480" y="0"/>
            <a:ext cx="0" cy="6858000"/>
          </a:xfrm>
          <a:prstGeom prst="line">
            <a:avLst/>
          </a:prstGeom>
          <a:noFill/>
          <a:ln w="5080">
            <a:solidFill>
              <a:srgbClr val="315270">
                <a:alpha val="58000"/>
              </a:srgbClr>
            </a:solidFill>
            <a:prstDash val="solid"/>
          </a:ln>
        </p:spPr>
      </p:sp>
      <p:sp>
        <p:nvSpPr>
          <p:cNvPr id="225" name="Shape 223"/>
          <p:cNvSpPr/>
          <p:nvPr/>
        </p:nvSpPr>
        <p:spPr>
          <a:xfrm>
            <a:off x="5440680" y="0"/>
            <a:ext cx="0" cy="6858000"/>
          </a:xfrm>
          <a:prstGeom prst="line">
            <a:avLst/>
          </a:prstGeom>
          <a:noFill/>
          <a:ln w="5080">
            <a:solidFill>
              <a:srgbClr val="315270">
                <a:alpha val="58000"/>
              </a:srgbClr>
            </a:solidFill>
            <a:prstDash val="solid"/>
          </a:ln>
        </p:spPr>
      </p:sp>
      <p:sp>
        <p:nvSpPr>
          <p:cNvPr id="226" name="Shape 224"/>
          <p:cNvSpPr/>
          <p:nvPr/>
        </p:nvSpPr>
        <p:spPr>
          <a:xfrm>
            <a:off x="5897880" y="0"/>
            <a:ext cx="0" cy="6858000"/>
          </a:xfrm>
          <a:prstGeom prst="line">
            <a:avLst/>
          </a:prstGeom>
          <a:noFill/>
          <a:ln w="5080">
            <a:solidFill>
              <a:srgbClr val="315270">
                <a:alpha val="58000"/>
              </a:srgbClr>
            </a:solidFill>
            <a:prstDash val="solid"/>
          </a:ln>
        </p:spPr>
      </p:sp>
      <p:sp>
        <p:nvSpPr>
          <p:cNvPr id="227" name="Shape 225"/>
          <p:cNvSpPr/>
          <p:nvPr/>
        </p:nvSpPr>
        <p:spPr>
          <a:xfrm>
            <a:off x="6355080" y="0"/>
            <a:ext cx="0" cy="6858000"/>
          </a:xfrm>
          <a:prstGeom prst="line">
            <a:avLst/>
          </a:prstGeom>
          <a:noFill/>
          <a:ln w="5080">
            <a:solidFill>
              <a:srgbClr val="315270">
                <a:alpha val="58000"/>
              </a:srgbClr>
            </a:solidFill>
            <a:prstDash val="solid"/>
          </a:ln>
        </p:spPr>
      </p:sp>
      <p:sp>
        <p:nvSpPr>
          <p:cNvPr id="228" name="Shape 226"/>
          <p:cNvSpPr/>
          <p:nvPr/>
        </p:nvSpPr>
        <p:spPr>
          <a:xfrm>
            <a:off x="6812280" y="0"/>
            <a:ext cx="0" cy="6858000"/>
          </a:xfrm>
          <a:prstGeom prst="line">
            <a:avLst/>
          </a:prstGeom>
          <a:noFill/>
          <a:ln w="5080">
            <a:solidFill>
              <a:srgbClr val="315270">
                <a:alpha val="58000"/>
              </a:srgbClr>
            </a:solidFill>
            <a:prstDash val="solid"/>
          </a:ln>
        </p:spPr>
      </p:sp>
      <p:sp>
        <p:nvSpPr>
          <p:cNvPr id="229" name="Shape 227"/>
          <p:cNvSpPr/>
          <p:nvPr/>
        </p:nvSpPr>
        <p:spPr>
          <a:xfrm>
            <a:off x="7269480" y="0"/>
            <a:ext cx="0" cy="6858000"/>
          </a:xfrm>
          <a:prstGeom prst="line">
            <a:avLst/>
          </a:prstGeom>
          <a:noFill/>
          <a:ln w="5080">
            <a:solidFill>
              <a:srgbClr val="315270">
                <a:alpha val="58000"/>
              </a:srgbClr>
            </a:solidFill>
            <a:prstDash val="solid"/>
          </a:ln>
        </p:spPr>
      </p:sp>
      <p:sp>
        <p:nvSpPr>
          <p:cNvPr id="230" name="Shape 228"/>
          <p:cNvSpPr/>
          <p:nvPr/>
        </p:nvSpPr>
        <p:spPr>
          <a:xfrm>
            <a:off x="7726680" y="0"/>
            <a:ext cx="0" cy="6858000"/>
          </a:xfrm>
          <a:prstGeom prst="line">
            <a:avLst/>
          </a:prstGeom>
          <a:noFill/>
          <a:ln w="5080">
            <a:solidFill>
              <a:srgbClr val="315270">
                <a:alpha val="58000"/>
              </a:srgbClr>
            </a:solidFill>
            <a:prstDash val="solid"/>
          </a:ln>
        </p:spPr>
      </p:sp>
      <p:sp>
        <p:nvSpPr>
          <p:cNvPr id="231" name="Shape 229"/>
          <p:cNvSpPr/>
          <p:nvPr/>
        </p:nvSpPr>
        <p:spPr>
          <a:xfrm>
            <a:off x="8183880" y="0"/>
            <a:ext cx="0" cy="6858000"/>
          </a:xfrm>
          <a:prstGeom prst="line">
            <a:avLst/>
          </a:prstGeom>
          <a:noFill/>
          <a:ln w="5080">
            <a:solidFill>
              <a:srgbClr val="315270">
                <a:alpha val="58000"/>
              </a:srgbClr>
            </a:solidFill>
            <a:prstDash val="solid"/>
          </a:ln>
        </p:spPr>
      </p:sp>
      <p:sp>
        <p:nvSpPr>
          <p:cNvPr id="232" name="Shape 230"/>
          <p:cNvSpPr/>
          <p:nvPr/>
        </p:nvSpPr>
        <p:spPr>
          <a:xfrm>
            <a:off x="8641080" y="0"/>
            <a:ext cx="0" cy="6858000"/>
          </a:xfrm>
          <a:prstGeom prst="line">
            <a:avLst/>
          </a:prstGeom>
          <a:noFill/>
          <a:ln w="5080">
            <a:solidFill>
              <a:srgbClr val="315270">
                <a:alpha val="58000"/>
              </a:srgbClr>
            </a:solidFill>
            <a:prstDash val="solid"/>
          </a:ln>
        </p:spPr>
      </p:sp>
      <p:sp>
        <p:nvSpPr>
          <p:cNvPr id="233" name="Shape 231"/>
          <p:cNvSpPr/>
          <p:nvPr/>
        </p:nvSpPr>
        <p:spPr>
          <a:xfrm>
            <a:off x="9098280" y="0"/>
            <a:ext cx="0" cy="6858000"/>
          </a:xfrm>
          <a:prstGeom prst="line">
            <a:avLst/>
          </a:prstGeom>
          <a:noFill/>
          <a:ln w="5080">
            <a:solidFill>
              <a:srgbClr val="315270">
                <a:alpha val="58000"/>
              </a:srgbClr>
            </a:solidFill>
            <a:prstDash val="solid"/>
          </a:ln>
        </p:spPr>
      </p:sp>
      <p:sp>
        <p:nvSpPr>
          <p:cNvPr id="234" name="Shape 232"/>
          <p:cNvSpPr/>
          <p:nvPr/>
        </p:nvSpPr>
        <p:spPr>
          <a:xfrm>
            <a:off x="9555480" y="0"/>
            <a:ext cx="0" cy="6858000"/>
          </a:xfrm>
          <a:prstGeom prst="line">
            <a:avLst/>
          </a:prstGeom>
          <a:noFill/>
          <a:ln w="5080">
            <a:solidFill>
              <a:srgbClr val="315270">
                <a:alpha val="58000"/>
              </a:srgbClr>
            </a:solidFill>
            <a:prstDash val="solid"/>
          </a:ln>
        </p:spPr>
      </p:sp>
      <p:sp>
        <p:nvSpPr>
          <p:cNvPr id="235" name="Shape 233"/>
          <p:cNvSpPr/>
          <p:nvPr/>
        </p:nvSpPr>
        <p:spPr>
          <a:xfrm>
            <a:off x="10012680" y="0"/>
            <a:ext cx="0" cy="6858000"/>
          </a:xfrm>
          <a:prstGeom prst="line">
            <a:avLst/>
          </a:prstGeom>
          <a:noFill/>
          <a:ln w="5080">
            <a:solidFill>
              <a:srgbClr val="315270">
                <a:alpha val="58000"/>
              </a:srgbClr>
            </a:solidFill>
            <a:prstDash val="solid"/>
          </a:ln>
        </p:spPr>
      </p:sp>
      <p:sp>
        <p:nvSpPr>
          <p:cNvPr id="236" name="Shape 234"/>
          <p:cNvSpPr/>
          <p:nvPr/>
        </p:nvSpPr>
        <p:spPr>
          <a:xfrm>
            <a:off x="10469880" y="0"/>
            <a:ext cx="0" cy="6858000"/>
          </a:xfrm>
          <a:prstGeom prst="line">
            <a:avLst/>
          </a:prstGeom>
          <a:noFill/>
          <a:ln w="5080">
            <a:solidFill>
              <a:srgbClr val="315270">
                <a:alpha val="58000"/>
              </a:srgbClr>
            </a:solidFill>
            <a:prstDash val="solid"/>
          </a:ln>
        </p:spPr>
      </p:sp>
      <p:sp>
        <p:nvSpPr>
          <p:cNvPr id="237" name="Shape 235"/>
          <p:cNvSpPr/>
          <p:nvPr/>
        </p:nvSpPr>
        <p:spPr>
          <a:xfrm>
            <a:off x="10927080" y="0"/>
            <a:ext cx="0" cy="6858000"/>
          </a:xfrm>
          <a:prstGeom prst="line">
            <a:avLst/>
          </a:prstGeom>
          <a:noFill/>
          <a:ln w="5080">
            <a:solidFill>
              <a:srgbClr val="315270">
                <a:alpha val="58000"/>
              </a:srgbClr>
            </a:solidFill>
            <a:prstDash val="solid"/>
          </a:ln>
        </p:spPr>
      </p:sp>
      <p:sp>
        <p:nvSpPr>
          <p:cNvPr id="238" name="Shape 236"/>
          <p:cNvSpPr/>
          <p:nvPr/>
        </p:nvSpPr>
        <p:spPr>
          <a:xfrm>
            <a:off x="11384280" y="0"/>
            <a:ext cx="0" cy="6858000"/>
          </a:xfrm>
          <a:prstGeom prst="line">
            <a:avLst/>
          </a:prstGeom>
          <a:noFill/>
          <a:ln w="5080">
            <a:solidFill>
              <a:srgbClr val="315270">
                <a:alpha val="58000"/>
              </a:srgbClr>
            </a:solidFill>
            <a:prstDash val="solid"/>
          </a:ln>
        </p:spPr>
      </p:sp>
      <p:sp>
        <p:nvSpPr>
          <p:cNvPr id="239" name="Shape 237"/>
          <p:cNvSpPr/>
          <p:nvPr/>
        </p:nvSpPr>
        <p:spPr>
          <a:xfrm>
            <a:off x="11841480" y="0"/>
            <a:ext cx="0" cy="6858000"/>
          </a:xfrm>
          <a:prstGeom prst="line">
            <a:avLst/>
          </a:prstGeom>
          <a:noFill/>
          <a:ln w="5080">
            <a:solidFill>
              <a:srgbClr val="315270">
                <a:alpha val="58000"/>
              </a:srgbClr>
            </a:solidFill>
            <a:prstDash val="solid"/>
          </a:ln>
        </p:spPr>
      </p:sp>
      <p:sp>
        <p:nvSpPr>
          <p:cNvPr id="240" name="Shape 238"/>
          <p:cNvSpPr/>
          <p:nvPr/>
        </p:nvSpPr>
        <p:spPr>
          <a:xfrm>
            <a:off x="0" y="365760"/>
            <a:ext cx="12191695" cy="0"/>
          </a:xfrm>
          <a:prstGeom prst="line">
            <a:avLst/>
          </a:prstGeom>
          <a:noFill/>
          <a:ln w="5080">
            <a:solidFill>
              <a:srgbClr val="315270">
                <a:alpha val="58000"/>
              </a:srgbClr>
            </a:solidFill>
            <a:prstDash val="solid"/>
          </a:ln>
        </p:spPr>
      </p:sp>
      <p:sp>
        <p:nvSpPr>
          <p:cNvPr id="241" name="Shape 239"/>
          <p:cNvSpPr/>
          <p:nvPr/>
        </p:nvSpPr>
        <p:spPr>
          <a:xfrm>
            <a:off x="0" y="822960"/>
            <a:ext cx="12191695" cy="0"/>
          </a:xfrm>
          <a:prstGeom prst="line">
            <a:avLst/>
          </a:prstGeom>
          <a:noFill/>
          <a:ln w="5080">
            <a:solidFill>
              <a:srgbClr val="315270">
                <a:alpha val="58000"/>
              </a:srgbClr>
            </a:solidFill>
            <a:prstDash val="solid"/>
          </a:ln>
        </p:spPr>
      </p:sp>
      <p:sp>
        <p:nvSpPr>
          <p:cNvPr id="242" name="Shape 240"/>
          <p:cNvSpPr/>
          <p:nvPr/>
        </p:nvSpPr>
        <p:spPr>
          <a:xfrm>
            <a:off x="0" y="1280160"/>
            <a:ext cx="12191695" cy="0"/>
          </a:xfrm>
          <a:prstGeom prst="line">
            <a:avLst/>
          </a:prstGeom>
          <a:noFill/>
          <a:ln w="5080">
            <a:solidFill>
              <a:srgbClr val="315270">
                <a:alpha val="58000"/>
              </a:srgbClr>
            </a:solidFill>
            <a:prstDash val="solid"/>
          </a:ln>
        </p:spPr>
      </p:sp>
      <p:sp>
        <p:nvSpPr>
          <p:cNvPr id="243" name="Shape 241"/>
          <p:cNvSpPr/>
          <p:nvPr/>
        </p:nvSpPr>
        <p:spPr>
          <a:xfrm>
            <a:off x="0" y="1737360"/>
            <a:ext cx="12191695" cy="0"/>
          </a:xfrm>
          <a:prstGeom prst="line">
            <a:avLst/>
          </a:prstGeom>
          <a:noFill/>
          <a:ln w="5080">
            <a:solidFill>
              <a:srgbClr val="315270">
                <a:alpha val="58000"/>
              </a:srgbClr>
            </a:solidFill>
            <a:prstDash val="solid"/>
          </a:ln>
        </p:spPr>
      </p:sp>
      <p:sp>
        <p:nvSpPr>
          <p:cNvPr id="244" name="Shape 242"/>
          <p:cNvSpPr/>
          <p:nvPr/>
        </p:nvSpPr>
        <p:spPr>
          <a:xfrm>
            <a:off x="0" y="2194560"/>
            <a:ext cx="12191695" cy="0"/>
          </a:xfrm>
          <a:prstGeom prst="line">
            <a:avLst/>
          </a:prstGeom>
          <a:noFill/>
          <a:ln w="5080">
            <a:solidFill>
              <a:srgbClr val="315270">
                <a:alpha val="58000"/>
              </a:srgbClr>
            </a:solidFill>
            <a:prstDash val="solid"/>
          </a:ln>
        </p:spPr>
      </p:sp>
      <p:sp>
        <p:nvSpPr>
          <p:cNvPr id="245" name="Shape 243"/>
          <p:cNvSpPr/>
          <p:nvPr/>
        </p:nvSpPr>
        <p:spPr>
          <a:xfrm>
            <a:off x="0" y="2651760"/>
            <a:ext cx="12191695" cy="0"/>
          </a:xfrm>
          <a:prstGeom prst="line">
            <a:avLst/>
          </a:prstGeom>
          <a:noFill/>
          <a:ln w="5080">
            <a:solidFill>
              <a:srgbClr val="315270">
                <a:alpha val="58000"/>
              </a:srgbClr>
            </a:solidFill>
            <a:prstDash val="solid"/>
          </a:ln>
        </p:spPr>
      </p:sp>
      <p:sp>
        <p:nvSpPr>
          <p:cNvPr id="246" name="Shape 244"/>
          <p:cNvSpPr/>
          <p:nvPr/>
        </p:nvSpPr>
        <p:spPr>
          <a:xfrm>
            <a:off x="0" y="3108960"/>
            <a:ext cx="12191695" cy="0"/>
          </a:xfrm>
          <a:prstGeom prst="line">
            <a:avLst/>
          </a:prstGeom>
          <a:noFill/>
          <a:ln w="5080">
            <a:solidFill>
              <a:srgbClr val="315270">
                <a:alpha val="58000"/>
              </a:srgbClr>
            </a:solidFill>
            <a:prstDash val="solid"/>
          </a:ln>
        </p:spPr>
      </p:sp>
      <p:sp>
        <p:nvSpPr>
          <p:cNvPr id="247" name="Shape 245"/>
          <p:cNvSpPr/>
          <p:nvPr/>
        </p:nvSpPr>
        <p:spPr>
          <a:xfrm>
            <a:off x="0" y="3566160"/>
            <a:ext cx="12191695" cy="0"/>
          </a:xfrm>
          <a:prstGeom prst="line">
            <a:avLst/>
          </a:prstGeom>
          <a:noFill/>
          <a:ln w="5080">
            <a:solidFill>
              <a:srgbClr val="315270">
                <a:alpha val="58000"/>
              </a:srgbClr>
            </a:solidFill>
            <a:prstDash val="solid"/>
          </a:ln>
        </p:spPr>
      </p:sp>
      <p:sp>
        <p:nvSpPr>
          <p:cNvPr id="248" name="Shape 246"/>
          <p:cNvSpPr/>
          <p:nvPr/>
        </p:nvSpPr>
        <p:spPr>
          <a:xfrm>
            <a:off x="0" y="4023360"/>
            <a:ext cx="12191695" cy="0"/>
          </a:xfrm>
          <a:prstGeom prst="line">
            <a:avLst/>
          </a:prstGeom>
          <a:noFill/>
          <a:ln w="5080">
            <a:solidFill>
              <a:srgbClr val="315270">
                <a:alpha val="58000"/>
              </a:srgbClr>
            </a:solidFill>
            <a:prstDash val="solid"/>
          </a:ln>
        </p:spPr>
      </p:sp>
      <p:sp>
        <p:nvSpPr>
          <p:cNvPr id="249" name="Shape 247"/>
          <p:cNvSpPr/>
          <p:nvPr/>
        </p:nvSpPr>
        <p:spPr>
          <a:xfrm>
            <a:off x="0" y="4480560"/>
            <a:ext cx="12191695" cy="0"/>
          </a:xfrm>
          <a:prstGeom prst="line">
            <a:avLst/>
          </a:prstGeom>
          <a:noFill/>
          <a:ln w="5080">
            <a:solidFill>
              <a:srgbClr val="315270">
                <a:alpha val="58000"/>
              </a:srgbClr>
            </a:solidFill>
            <a:prstDash val="solid"/>
          </a:ln>
        </p:spPr>
      </p:sp>
      <p:sp>
        <p:nvSpPr>
          <p:cNvPr id="250" name="Shape 248"/>
          <p:cNvSpPr/>
          <p:nvPr/>
        </p:nvSpPr>
        <p:spPr>
          <a:xfrm>
            <a:off x="0" y="4937760"/>
            <a:ext cx="12191695" cy="0"/>
          </a:xfrm>
          <a:prstGeom prst="line">
            <a:avLst/>
          </a:prstGeom>
          <a:noFill/>
          <a:ln w="5080">
            <a:solidFill>
              <a:srgbClr val="315270">
                <a:alpha val="58000"/>
              </a:srgbClr>
            </a:solidFill>
            <a:prstDash val="solid"/>
          </a:ln>
        </p:spPr>
      </p:sp>
      <p:sp>
        <p:nvSpPr>
          <p:cNvPr id="251" name="Shape 249"/>
          <p:cNvSpPr/>
          <p:nvPr/>
        </p:nvSpPr>
        <p:spPr>
          <a:xfrm>
            <a:off x="0" y="5394960"/>
            <a:ext cx="12191695" cy="0"/>
          </a:xfrm>
          <a:prstGeom prst="line">
            <a:avLst/>
          </a:prstGeom>
          <a:noFill/>
          <a:ln w="5080">
            <a:solidFill>
              <a:srgbClr val="315270">
                <a:alpha val="58000"/>
              </a:srgbClr>
            </a:solidFill>
            <a:prstDash val="solid"/>
          </a:ln>
        </p:spPr>
      </p:sp>
      <p:sp>
        <p:nvSpPr>
          <p:cNvPr id="252" name="Shape 250"/>
          <p:cNvSpPr/>
          <p:nvPr/>
        </p:nvSpPr>
        <p:spPr>
          <a:xfrm>
            <a:off x="0" y="5852160"/>
            <a:ext cx="12191695" cy="0"/>
          </a:xfrm>
          <a:prstGeom prst="line">
            <a:avLst/>
          </a:prstGeom>
          <a:noFill/>
          <a:ln w="5080">
            <a:solidFill>
              <a:srgbClr val="315270">
                <a:alpha val="58000"/>
              </a:srgbClr>
            </a:solidFill>
            <a:prstDash val="solid"/>
          </a:ln>
        </p:spPr>
      </p:sp>
      <p:sp>
        <p:nvSpPr>
          <p:cNvPr id="253" name="Shape 251"/>
          <p:cNvSpPr/>
          <p:nvPr/>
        </p:nvSpPr>
        <p:spPr>
          <a:xfrm>
            <a:off x="0" y="6309360"/>
            <a:ext cx="12191695" cy="0"/>
          </a:xfrm>
          <a:prstGeom prst="line">
            <a:avLst/>
          </a:prstGeom>
          <a:noFill/>
          <a:ln w="5080">
            <a:solidFill>
              <a:srgbClr val="315270">
                <a:alpha val="58000"/>
              </a:srgbClr>
            </a:solidFill>
            <a:prstDash val="solid"/>
          </a:ln>
        </p:spPr>
      </p:sp>
      <p:sp>
        <p:nvSpPr>
          <p:cNvPr id="254" name="Shape 252"/>
          <p:cNvSpPr/>
          <p:nvPr/>
        </p:nvSpPr>
        <p:spPr>
          <a:xfrm>
            <a:off x="0" y="6766560"/>
            <a:ext cx="12191695" cy="0"/>
          </a:xfrm>
          <a:prstGeom prst="line">
            <a:avLst/>
          </a:prstGeom>
          <a:noFill/>
          <a:ln w="5080">
            <a:solidFill>
              <a:srgbClr val="315270">
                <a:alpha val="58000"/>
              </a:srgbClr>
            </a:solidFill>
            <a:prstDash val="solid"/>
          </a:ln>
        </p:spPr>
      </p:sp>
      <p:sp>
        <p:nvSpPr>
          <p:cNvPr id="255" name="Shape 253"/>
          <p:cNvSpPr/>
          <p:nvPr/>
        </p:nvSpPr>
        <p:spPr>
          <a:xfrm>
            <a:off x="4526280" y="566928"/>
            <a:ext cx="2971800" cy="2148840"/>
          </a:xfrm>
          <a:prstGeom prst="cube">
            <a:avLst/>
          </a:prstGeom>
          <a:solidFill>
            <a:srgbClr val="EFF7FC">
              <a:alpha val="80000"/>
            </a:srgbClr>
          </a:solidFill>
          <a:ln w="25400">
            <a:solidFill>
              <a:srgbClr val="EA6A1A"/>
            </a:solidFill>
            <a:prstDash val="solid"/>
          </a:ln>
        </p:spPr>
      </p:sp>
      <p:sp>
        <p:nvSpPr>
          <p:cNvPr id="256" name="Shape 254"/>
          <p:cNvSpPr/>
          <p:nvPr/>
        </p:nvSpPr>
        <p:spPr>
          <a:xfrm>
            <a:off x="4956048" y="1170432"/>
            <a:ext cx="2057400" cy="914400"/>
          </a:xfrm>
          <a:prstGeom prst="cloud">
            <a:avLst/>
          </a:prstGeom>
          <a:solidFill>
            <a:srgbClr val="D9EEF9">
              <a:alpha val="82000"/>
            </a:srgbClr>
          </a:solidFill>
          <a:ln w="12700">
            <a:solidFill>
              <a:srgbClr val="D9EEF9">
                <a:alpha val="0"/>
              </a:srgbClr>
            </a:solidFill>
            <a:prstDash val="solid"/>
          </a:ln>
        </p:spPr>
      </p:sp>
      <p:sp>
        <p:nvSpPr>
          <p:cNvPr id="257" name="Shape 255"/>
          <p:cNvSpPr/>
          <p:nvPr/>
        </p:nvSpPr>
        <p:spPr>
          <a:xfrm>
            <a:off x="2743200" y="1828800"/>
            <a:ext cx="1737360" cy="0"/>
          </a:xfrm>
          <a:prstGeom prst="line">
            <a:avLst/>
          </a:prstGeom>
          <a:noFill/>
          <a:ln w="38100">
            <a:solidFill>
              <a:srgbClr val="EA6A1A"/>
            </a:solidFill>
            <a:prstDash val="solid"/>
          </a:ln>
        </p:spPr>
      </p:sp>
      <p:sp>
        <p:nvSpPr>
          <p:cNvPr id="258" name="Shape 256"/>
          <p:cNvSpPr/>
          <p:nvPr/>
        </p:nvSpPr>
        <p:spPr>
          <a:xfrm>
            <a:off x="7498080" y="1691640"/>
            <a:ext cx="1828800" cy="137160"/>
          </a:xfrm>
          <a:prstGeom prst="line">
            <a:avLst/>
          </a:prstGeom>
          <a:noFill/>
          <a:ln w="38100">
            <a:solidFill>
              <a:srgbClr val="EA6A1A"/>
            </a:solidFill>
            <a:prstDash val="solid"/>
          </a:ln>
        </p:spPr>
      </p:sp>
      <p:sp>
        <p:nvSpPr>
          <p:cNvPr id="259" name="Text 257"/>
          <p:cNvSpPr/>
          <p:nvPr/>
        </p:nvSpPr>
        <p:spPr>
          <a:xfrm>
            <a:off x="749808" y="2880360"/>
            <a:ext cx="10698480" cy="1078992"/>
          </a:xfrm>
          <a:prstGeom prst="rect">
            <a:avLst/>
          </a:prstGeom>
          <a:noFill/>
          <a:ln/>
        </p:spPr>
        <p:txBody>
          <a:bodyPr wrap="square" lIns="635" tIns="635" rIns="635" bIns="635" rtlCol="0" anchor="ctr">
            <a:normAutofit/>
          </a:bodyPr>
          <a:lstStyle/>
          <a:p>
            <a:pPr marL="0" indent="0" algn="ctr">
              <a:lnSpc>
                <a:spcPct val="90000"/>
              </a:lnSpc>
              <a:buNone/>
            </a:pPr>
            <a:r>
              <a:rPr lang="en-US" sz="3400" b="1" dirty="0">
                <a:solidFill>
                  <a:srgbClr val="FFFFFF"/>
                </a:solidFill>
                <a:latin typeface="Malgun Gothic" pitchFamily="34" charset="0"/>
                <a:ea typeface="Malgun Gothic" pitchFamily="34" charset="-122"/>
                <a:cs typeface="Malgun Gothic" pitchFamily="34" charset="-120"/>
              </a:rPr>
              <a:t>비개발자를 위한</a:t>
            </a:r>
            <a:endParaRPr lang="en-US" sz="3400" dirty="0"/>
          </a:p>
          <a:p>
            <a:pPr marL="0" indent="0" algn="ctr">
              <a:lnSpc>
                <a:spcPct val="90000"/>
              </a:lnSpc>
              <a:buNone/>
            </a:pPr>
            <a:r>
              <a:rPr lang="en-US" sz="3400" b="1" dirty="0">
                <a:solidFill>
                  <a:srgbClr val="FFFFFF"/>
                </a:solidFill>
                <a:latin typeface="Malgun Gothic" pitchFamily="34" charset="0"/>
                <a:ea typeface="Malgun Gothic" pitchFamily="34" charset="-122"/>
                <a:cs typeface="Malgun Gothic" pitchFamily="34" charset="-120"/>
              </a:rPr>
              <a:t>Codex 바이브 코딩</a:t>
            </a:r>
            <a:endParaRPr lang="en-US" sz="3400" dirty="0"/>
          </a:p>
        </p:txBody>
      </p:sp>
      <p:sp>
        <p:nvSpPr>
          <p:cNvPr id="260" name="Text 258"/>
          <p:cNvSpPr/>
          <p:nvPr/>
        </p:nvSpPr>
        <p:spPr>
          <a:xfrm>
            <a:off x="1097280" y="4041648"/>
            <a:ext cx="9966960" cy="320040"/>
          </a:xfrm>
          <a:prstGeom prst="rect">
            <a:avLst/>
          </a:prstGeom>
          <a:noFill/>
          <a:ln/>
        </p:spPr>
        <p:txBody>
          <a:bodyPr wrap="square" lIns="635" tIns="635" rIns="635" bIns="635" rtlCol="0" anchor="t">
            <a:normAutofit/>
          </a:bodyPr>
          <a:lstStyle/>
          <a:p>
            <a:pPr marL="0" indent="0" algn="ctr">
              <a:lnSpc>
                <a:spcPct val="90000"/>
              </a:lnSpc>
              <a:buNone/>
            </a:pPr>
            <a:r>
              <a:rPr lang="en-US" sz="1800" b="1" dirty="0">
                <a:solidFill>
                  <a:srgbClr val="D9EEF9"/>
                </a:solidFill>
                <a:latin typeface="Malgun Gothic" pitchFamily="34" charset="0"/>
                <a:ea typeface="Malgun Gothic" pitchFamily="34" charset="-122"/>
                <a:cs typeface="Malgun Gothic" pitchFamily="34" charset="-120"/>
              </a:rPr>
              <a:t>학교 업무를 작은 웹도구로 바꾸는 하네스 엔지니어링</a:t>
            </a:r>
            <a:endParaRPr lang="en-US" sz="1800" dirty="0"/>
          </a:p>
        </p:txBody>
      </p:sp>
      <p:sp>
        <p:nvSpPr>
          <p:cNvPr id="261" name="Shape 259"/>
          <p:cNvSpPr/>
          <p:nvPr/>
        </p:nvSpPr>
        <p:spPr>
          <a:xfrm>
            <a:off x="2907792" y="4864608"/>
            <a:ext cx="6400800" cy="384048"/>
          </a:xfrm>
          <a:prstGeom prst="rect">
            <a:avLst/>
          </a:prstGeom>
          <a:solidFill>
            <a:srgbClr val="EA6A1A"/>
          </a:solidFill>
          <a:ln w="12700">
            <a:solidFill>
              <a:srgbClr val="EA6A1A"/>
            </a:solidFill>
            <a:prstDash val="solid"/>
          </a:ln>
        </p:spPr>
      </p:sp>
      <p:sp>
        <p:nvSpPr>
          <p:cNvPr id="262" name="Text 260"/>
          <p:cNvSpPr/>
          <p:nvPr/>
        </p:nvSpPr>
        <p:spPr>
          <a:xfrm>
            <a:off x="2971800" y="4956048"/>
            <a:ext cx="6272784" cy="146304"/>
          </a:xfrm>
          <a:prstGeom prst="rect">
            <a:avLst/>
          </a:prstGeom>
          <a:noFill/>
          <a:ln/>
        </p:spPr>
        <p:txBody>
          <a:bodyPr wrap="square" lIns="635" tIns="635" rIns="635" bIns="635" rtlCol="0" anchor="t">
            <a:normAutofit fontScale="92500" lnSpcReduction="10000"/>
          </a:bodyPr>
          <a:lstStyle/>
          <a:p>
            <a:pPr marL="0" indent="0" algn="ctr">
              <a:lnSpc>
                <a:spcPct val="90000"/>
              </a:lnSpc>
              <a:buNone/>
            </a:pPr>
            <a:r>
              <a:rPr lang="en-US" sz="1200" b="1" dirty="0">
                <a:solidFill>
                  <a:srgbClr val="FFFFFF"/>
                </a:solidFill>
                <a:latin typeface="Malgun Gothic" pitchFamily="34" charset="0"/>
                <a:ea typeface="Malgun Gothic" pitchFamily="34" charset="-122"/>
                <a:cs typeface="Malgun Gothic" pitchFamily="34" charset="-120"/>
              </a:rPr>
              <a:t>설계도 + 통제 장치 + 검수 루프</a:t>
            </a:r>
            <a:endParaRPr lang="en-US" sz="1200" dirty="0"/>
          </a:p>
        </p:txBody>
      </p:sp>
      <p:sp>
        <p:nvSpPr>
          <p:cNvPr id="263" name="Shape 261"/>
          <p:cNvSpPr/>
          <p:nvPr/>
        </p:nvSpPr>
        <p:spPr>
          <a:xfrm>
            <a:off x="502920" y="438912"/>
            <a:ext cx="256032" cy="0"/>
          </a:xfrm>
          <a:prstGeom prst="line">
            <a:avLst/>
          </a:prstGeom>
          <a:noFill/>
          <a:ln w="13970">
            <a:solidFill>
              <a:srgbClr val="D9EEF9"/>
            </a:solidFill>
            <a:prstDash val="solid"/>
          </a:ln>
        </p:spPr>
      </p:sp>
      <p:sp>
        <p:nvSpPr>
          <p:cNvPr id="264" name="Shape 262"/>
          <p:cNvSpPr/>
          <p:nvPr/>
        </p:nvSpPr>
        <p:spPr>
          <a:xfrm>
            <a:off x="502920" y="438912"/>
            <a:ext cx="0" cy="256032"/>
          </a:xfrm>
          <a:prstGeom prst="line">
            <a:avLst/>
          </a:prstGeom>
          <a:noFill/>
          <a:ln w="13970">
            <a:solidFill>
              <a:srgbClr val="D9EEF9"/>
            </a:solidFill>
            <a:prstDash val="solid"/>
          </a:ln>
        </p:spPr>
      </p:sp>
      <p:sp>
        <p:nvSpPr>
          <p:cNvPr id="265" name="Shape 263"/>
          <p:cNvSpPr/>
          <p:nvPr/>
        </p:nvSpPr>
        <p:spPr>
          <a:xfrm>
            <a:off x="11686032" y="438912"/>
            <a:ext cx="0" cy="0"/>
          </a:xfrm>
          <a:prstGeom prst="line">
            <a:avLst/>
          </a:prstGeom>
          <a:noFill/>
          <a:ln w="13970">
            <a:solidFill>
              <a:srgbClr val="D9EEF9"/>
            </a:solidFill>
            <a:prstDash val="solid"/>
          </a:ln>
        </p:spPr>
      </p:sp>
      <p:sp>
        <p:nvSpPr>
          <p:cNvPr id="266" name="Shape 264"/>
          <p:cNvSpPr/>
          <p:nvPr/>
        </p:nvSpPr>
        <p:spPr>
          <a:xfrm>
            <a:off x="11686032" y="438912"/>
            <a:ext cx="0" cy="256032"/>
          </a:xfrm>
          <a:prstGeom prst="line">
            <a:avLst/>
          </a:prstGeom>
          <a:noFill/>
          <a:ln w="13970">
            <a:solidFill>
              <a:srgbClr val="D9EEF9"/>
            </a:solidFill>
            <a:prstDash val="solid"/>
          </a:ln>
        </p:spPr>
      </p:sp>
      <p:sp>
        <p:nvSpPr>
          <p:cNvPr id="267" name="Shape 265"/>
          <p:cNvSpPr/>
          <p:nvPr/>
        </p:nvSpPr>
        <p:spPr>
          <a:xfrm>
            <a:off x="502920" y="6309360"/>
            <a:ext cx="256032" cy="0"/>
          </a:xfrm>
          <a:prstGeom prst="line">
            <a:avLst/>
          </a:prstGeom>
          <a:noFill/>
          <a:ln w="13970">
            <a:solidFill>
              <a:srgbClr val="D9EEF9"/>
            </a:solidFill>
            <a:prstDash val="solid"/>
          </a:ln>
        </p:spPr>
      </p:sp>
      <p:sp>
        <p:nvSpPr>
          <p:cNvPr id="268" name="Shape 266"/>
          <p:cNvSpPr/>
          <p:nvPr/>
        </p:nvSpPr>
        <p:spPr>
          <a:xfrm>
            <a:off x="502920" y="6309360"/>
            <a:ext cx="0" cy="0"/>
          </a:xfrm>
          <a:prstGeom prst="line">
            <a:avLst/>
          </a:prstGeom>
          <a:noFill/>
          <a:ln w="13970">
            <a:solidFill>
              <a:srgbClr val="D9EEF9"/>
            </a:solidFill>
            <a:prstDash val="solid"/>
          </a:ln>
        </p:spPr>
      </p:sp>
      <p:sp>
        <p:nvSpPr>
          <p:cNvPr id="269" name="Shape 267"/>
          <p:cNvSpPr/>
          <p:nvPr/>
        </p:nvSpPr>
        <p:spPr>
          <a:xfrm>
            <a:off x="11686032" y="6309360"/>
            <a:ext cx="0" cy="0"/>
          </a:xfrm>
          <a:prstGeom prst="line">
            <a:avLst/>
          </a:prstGeom>
          <a:noFill/>
          <a:ln w="13970">
            <a:solidFill>
              <a:srgbClr val="D9EEF9"/>
            </a:solidFill>
            <a:prstDash val="solid"/>
          </a:ln>
        </p:spPr>
      </p:sp>
      <p:sp>
        <p:nvSpPr>
          <p:cNvPr id="270" name="Shape 268"/>
          <p:cNvSpPr/>
          <p:nvPr/>
        </p:nvSpPr>
        <p:spPr>
          <a:xfrm>
            <a:off x="11686032" y="6309360"/>
            <a:ext cx="0" cy="0"/>
          </a:xfrm>
          <a:prstGeom prst="line">
            <a:avLst/>
          </a:prstGeom>
          <a:noFill/>
          <a:ln w="13970">
            <a:solidFill>
              <a:srgbClr val="D9EEF9"/>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Evidence / Latest Case</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02</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문제를 깊이 아는 사람이 AI 코딩 도구로 우승할 수 있다.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사례 확인</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Claude 해커톤에서 비개발자가 우승한 사례</a:t>
            </a:r>
            <a:endParaRPr lang="en-US" sz="2900" dirty="0"/>
          </a:p>
        </p:txBody>
      </p:sp>
      <p:sp>
        <p:nvSpPr>
          <p:cNvPr id="215" name="Shape 213"/>
          <p:cNvSpPr/>
          <p:nvPr/>
        </p:nvSpPr>
        <p:spPr>
          <a:xfrm>
            <a:off x="822960" y="1828800"/>
            <a:ext cx="3657600" cy="2286000"/>
          </a:xfrm>
          <a:prstGeom prst="roundRect">
            <a:avLst>
              <a:gd name="adj" fmla="val 2400"/>
            </a:avLst>
          </a:prstGeom>
          <a:solidFill>
            <a:srgbClr val="FCE5D3"/>
          </a:solidFill>
          <a:ln w="15240">
            <a:solidFill>
              <a:srgbClr val="EA6A1A"/>
            </a:solidFill>
            <a:prstDash val="solid"/>
          </a:ln>
        </p:spPr>
      </p:sp>
      <p:sp>
        <p:nvSpPr>
          <p:cNvPr id="216" name="Shape 214"/>
          <p:cNvSpPr/>
          <p:nvPr/>
        </p:nvSpPr>
        <p:spPr>
          <a:xfrm>
            <a:off x="932688" y="1938528"/>
            <a:ext cx="1508760" cy="310896"/>
          </a:xfrm>
          <a:prstGeom prst="rect">
            <a:avLst/>
          </a:prstGeom>
          <a:solidFill>
            <a:srgbClr val="EA6A1A"/>
          </a:solidFill>
          <a:ln w="12700">
            <a:solidFill>
              <a:srgbClr val="EA6A1A"/>
            </a:solidFill>
            <a:prstDash val="solid"/>
          </a:ln>
        </p:spPr>
      </p:sp>
      <p:sp>
        <p:nvSpPr>
          <p:cNvPr id="217" name="Text 215"/>
          <p:cNvSpPr/>
          <p:nvPr/>
        </p:nvSpPr>
        <p:spPr>
          <a:xfrm>
            <a:off x="1005840" y="1993392"/>
            <a:ext cx="136245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WHO</a:t>
            </a:r>
            <a:endParaRPr lang="en-US" sz="1050" dirty="0"/>
          </a:p>
        </p:txBody>
      </p:sp>
      <p:sp>
        <p:nvSpPr>
          <p:cNvPr id="218" name="Text 216"/>
          <p:cNvSpPr/>
          <p:nvPr/>
        </p:nvSpPr>
        <p:spPr>
          <a:xfrm>
            <a:off x="1024128" y="2359152"/>
            <a:ext cx="3255264" cy="1591056"/>
          </a:xfrm>
          <a:prstGeom prst="rect">
            <a:avLst/>
          </a:prstGeom>
          <a:noFill/>
          <a:ln/>
        </p:spPr>
        <p:txBody>
          <a:bodyPr wrap="square" lIns="635" tIns="635" rIns="635" bIns="635" rtlCol="0" anchor="ctr">
            <a:normAutofit/>
          </a:bodyPr>
          <a:lstStyle/>
          <a:p>
            <a:pPr marL="0" indent="0" algn="ctr">
              <a:lnSpc>
                <a:spcPct val="90000"/>
              </a:lnSpc>
              <a:buNone/>
            </a:pPr>
            <a:r>
              <a:rPr lang="en-US" sz="1800" b="1" dirty="0">
                <a:solidFill>
                  <a:srgbClr val="0B1F33"/>
                </a:solidFill>
                <a:latin typeface="Malgun Gothic" pitchFamily="34" charset="0"/>
                <a:ea typeface="Malgun Gothic" pitchFamily="34" charset="-122"/>
                <a:cs typeface="Malgun Gothic" pitchFamily="34" charset="-120"/>
              </a:rPr>
              <a:t>Mike Brown</a:t>
            </a:r>
            <a:endParaRPr lang="en-US" sz="1800" dirty="0"/>
          </a:p>
          <a:p>
            <a:pPr marL="0" indent="0" algn="ctr">
              <a:lnSpc>
                <a:spcPct val="90000"/>
              </a:lnSpc>
              <a:buNone/>
            </a:pPr>
            <a:r>
              <a:rPr lang="en-US" sz="1800" b="1" dirty="0">
                <a:solidFill>
                  <a:srgbClr val="0B1F33"/>
                </a:solidFill>
                <a:latin typeface="Malgun Gothic" pitchFamily="34" charset="0"/>
                <a:ea typeface="Malgun Gothic" pitchFamily="34" charset="-122"/>
                <a:cs typeface="Malgun Gothic" pitchFamily="34" charset="-120"/>
              </a:rPr>
              <a:t>개인상해 변호사</a:t>
            </a:r>
            <a:endParaRPr lang="en-US" sz="1800" dirty="0"/>
          </a:p>
          <a:p>
            <a:pPr marL="0" indent="0" algn="ctr">
              <a:lnSpc>
                <a:spcPct val="90000"/>
              </a:lnSpc>
              <a:buNone/>
            </a:pPr>
            <a:r>
              <a:rPr lang="en-US" sz="1800" b="1" dirty="0">
                <a:solidFill>
                  <a:srgbClr val="0B1F33"/>
                </a:solidFill>
                <a:latin typeface="Malgun Gothic" pitchFamily="34" charset="0"/>
                <a:ea typeface="Malgun Gothic" pitchFamily="34" charset="-122"/>
                <a:cs typeface="Malgun Gothic" pitchFamily="34" charset="-120"/>
              </a:rPr>
              <a:t>코딩 배경 없음</a:t>
            </a:r>
            <a:endParaRPr lang="en-US" sz="1800" dirty="0"/>
          </a:p>
        </p:txBody>
      </p:sp>
      <p:sp>
        <p:nvSpPr>
          <p:cNvPr id="219" name="Shape 217"/>
          <p:cNvSpPr/>
          <p:nvPr/>
        </p:nvSpPr>
        <p:spPr>
          <a:xfrm>
            <a:off x="868680" y="1874520"/>
            <a:ext cx="256032" cy="0"/>
          </a:xfrm>
          <a:prstGeom prst="line">
            <a:avLst/>
          </a:prstGeom>
          <a:noFill/>
          <a:ln w="13970">
            <a:solidFill>
              <a:srgbClr val="EA6A1A"/>
            </a:solidFill>
            <a:prstDash val="solid"/>
          </a:ln>
        </p:spPr>
      </p:sp>
      <p:sp>
        <p:nvSpPr>
          <p:cNvPr id="220" name="Shape 218"/>
          <p:cNvSpPr/>
          <p:nvPr/>
        </p:nvSpPr>
        <p:spPr>
          <a:xfrm>
            <a:off x="868680" y="1874520"/>
            <a:ext cx="0" cy="256032"/>
          </a:xfrm>
          <a:prstGeom prst="line">
            <a:avLst/>
          </a:prstGeom>
          <a:noFill/>
          <a:ln w="13970">
            <a:solidFill>
              <a:srgbClr val="EA6A1A"/>
            </a:solidFill>
            <a:prstDash val="solid"/>
          </a:ln>
        </p:spPr>
      </p:sp>
      <p:sp>
        <p:nvSpPr>
          <p:cNvPr id="221" name="Shape 219"/>
          <p:cNvSpPr/>
          <p:nvPr/>
        </p:nvSpPr>
        <p:spPr>
          <a:xfrm>
            <a:off x="4434840" y="1874520"/>
            <a:ext cx="0" cy="0"/>
          </a:xfrm>
          <a:prstGeom prst="line">
            <a:avLst/>
          </a:prstGeom>
          <a:noFill/>
          <a:ln w="13970">
            <a:solidFill>
              <a:srgbClr val="EA6A1A"/>
            </a:solidFill>
            <a:prstDash val="solid"/>
          </a:ln>
        </p:spPr>
      </p:sp>
      <p:sp>
        <p:nvSpPr>
          <p:cNvPr id="222" name="Shape 220"/>
          <p:cNvSpPr/>
          <p:nvPr/>
        </p:nvSpPr>
        <p:spPr>
          <a:xfrm>
            <a:off x="4434840" y="1874520"/>
            <a:ext cx="0" cy="256032"/>
          </a:xfrm>
          <a:prstGeom prst="line">
            <a:avLst/>
          </a:prstGeom>
          <a:noFill/>
          <a:ln w="13970">
            <a:solidFill>
              <a:srgbClr val="EA6A1A"/>
            </a:solidFill>
            <a:prstDash val="solid"/>
          </a:ln>
        </p:spPr>
      </p:sp>
      <p:sp>
        <p:nvSpPr>
          <p:cNvPr id="223" name="Shape 221"/>
          <p:cNvSpPr/>
          <p:nvPr/>
        </p:nvSpPr>
        <p:spPr>
          <a:xfrm>
            <a:off x="868680" y="4069080"/>
            <a:ext cx="256032" cy="0"/>
          </a:xfrm>
          <a:prstGeom prst="line">
            <a:avLst/>
          </a:prstGeom>
          <a:noFill/>
          <a:ln w="13970">
            <a:solidFill>
              <a:srgbClr val="EA6A1A"/>
            </a:solidFill>
            <a:prstDash val="solid"/>
          </a:ln>
        </p:spPr>
      </p:sp>
      <p:sp>
        <p:nvSpPr>
          <p:cNvPr id="224" name="Shape 222"/>
          <p:cNvSpPr/>
          <p:nvPr/>
        </p:nvSpPr>
        <p:spPr>
          <a:xfrm>
            <a:off x="868680" y="4069080"/>
            <a:ext cx="0" cy="0"/>
          </a:xfrm>
          <a:prstGeom prst="line">
            <a:avLst/>
          </a:prstGeom>
          <a:noFill/>
          <a:ln w="13970">
            <a:solidFill>
              <a:srgbClr val="EA6A1A"/>
            </a:solidFill>
            <a:prstDash val="solid"/>
          </a:ln>
        </p:spPr>
      </p:sp>
      <p:sp>
        <p:nvSpPr>
          <p:cNvPr id="225" name="Shape 223"/>
          <p:cNvSpPr/>
          <p:nvPr/>
        </p:nvSpPr>
        <p:spPr>
          <a:xfrm>
            <a:off x="4434840" y="4069080"/>
            <a:ext cx="0" cy="0"/>
          </a:xfrm>
          <a:prstGeom prst="line">
            <a:avLst/>
          </a:prstGeom>
          <a:noFill/>
          <a:ln w="13970">
            <a:solidFill>
              <a:srgbClr val="EA6A1A"/>
            </a:solidFill>
            <a:prstDash val="solid"/>
          </a:ln>
        </p:spPr>
      </p:sp>
      <p:sp>
        <p:nvSpPr>
          <p:cNvPr id="226" name="Shape 224"/>
          <p:cNvSpPr/>
          <p:nvPr/>
        </p:nvSpPr>
        <p:spPr>
          <a:xfrm>
            <a:off x="4434840" y="4069080"/>
            <a:ext cx="0" cy="0"/>
          </a:xfrm>
          <a:prstGeom prst="line">
            <a:avLst/>
          </a:prstGeom>
          <a:noFill/>
          <a:ln w="13970">
            <a:solidFill>
              <a:srgbClr val="EA6A1A"/>
            </a:solidFill>
            <a:prstDash val="solid"/>
          </a:ln>
        </p:spPr>
      </p:sp>
      <p:sp>
        <p:nvSpPr>
          <p:cNvPr id="227" name="Shape 225"/>
          <p:cNvSpPr/>
          <p:nvPr/>
        </p:nvSpPr>
        <p:spPr>
          <a:xfrm>
            <a:off x="4800600" y="2505456"/>
            <a:ext cx="914400" cy="420624"/>
          </a:xfrm>
          <a:prstGeom prst="rightArrow">
            <a:avLst/>
          </a:prstGeom>
          <a:solidFill>
            <a:srgbClr val="EA6A1A"/>
          </a:solidFill>
          <a:ln w="12700">
            <a:solidFill>
              <a:srgbClr val="EA6A1A"/>
            </a:solidFill>
            <a:prstDash val="solid"/>
          </a:ln>
        </p:spPr>
      </p:sp>
      <p:sp>
        <p:nvSpPr>
          <p:cNvPr id="228" name="Shape 226"/>
          <p:cNvSpPr/>
          <p:nvPr/>
        </p:nvSpPr>
        <p:spPr>
          <a:xfrm>
            <a:off x="5989320" y="1554480"/>
            <a:ext cx="5074920" cy="2788920"/>
          </a:xfrm>
          <a:prstGeom prst="roundRect">
            <a:avLst>
              <a:gd name="adj" fmla="val 1967"/>
            </a:avLst>
          </a:prstGeom>
          <a:solidFill>
            <a:srgbClr val="FFFFFF"/>
          </a:solidFill>
          <a:ln w="15240">
            <a:solidFill>
              <a:srgbClr val="256B9A"/>
            </a:solidFill>
            <a:prstDash val="solid"/>
          </a:ln>
        </p:spPr>
      </p:sp>
      <p:sp>
        <p:nvSpPr>
          <p:cNvPr id="229" name="Shape 227"/>
          <p:cNvSpPr/>
          <p:nvPr/>
        </p:nvSpPr>
        <p:spPr>
          <a:xfrm>
            <a:off x="6099048" y="1664208"/>
            <a:ext cx="1508760" cy="310896"/>
          </a:xfrm>
          <a:prstGeom prst="rect">
            <a:avLst/>
          </a:prstGeom>
          <a:solidFill>
            <a:srgbClr val="256B9A"/>
          </a:solidFill>
          <a:ln w="12700">
            <a:solidFill>
              <a:srgbClr val="256B9A"/>
            </a:solidFill>
            <a:prstDash val="solid"/>
          </a:ln>
        </p:spPr>
      </p:sp>
      <p:sp>
        <p:nvSpPr>
          <p:cNvPr id="230" name="Text 228"/>
          <p:cNvSpPr/>
          <p:nvPr/>
        </p:nvSpPr>
        <p:spPr>
          <a:xfrm>
            <a:off x="6172200" y="1719072"/>
            <a:ext cx="136245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WHAT</a:t>
            </a:r>
            <a:endParaRPr lang="en-US" sz="1050" dirty="0"/>
          </a:p>
        </p:txBody>
      </p:sp>
      <p:sp>
        <p:nvSpPr>
          <p:cNvPr id="231" name="Text 229"/>
          <p:cNvSpPr/>
          <p:nvPr/>
        </p:nvSpPr>
        <p:spPr>
          <a:xfrm>
            <a:off x="6190488" y="2084832"/>
            <a:ext cx="4672584" cy="2093976"/>
          </a:xfrm>
          <a:prstGeom prst="rect">
            <a:avLst/>
          </a:prstGeom>
          <a:noFill/>
          <a:ln/>
        </p:spPr>
        <p:txBody>
          <a:bodyPr wrap="square" lIns="635" tIns="635" rIns="635" bIns="635" rtlCol="0" anchor="ctr">
            <a:normAutofit/>
          </a:bodyPr>
          <a:lstStyle/>
          <a:p>
            <a:pPr marL="0" indent="0" algn="ctr">
              <a:lnSpc>
                <a:spcPct val="90000"/>
              </a:lnSpc>
              <a:buNone/>
            </a:pPr>
            <a:r>
              <a:rPr lang="en-US" sz="1800" b="1" dirty="0">
                <a:solidFill>
                  <a:srgbClr val="0B1F33"/>
                </a:solidFill>
                <a:latin typeface="Malgun Gothic" pitchFamily="34" charset="0"/>
                <a:ea typeface="Malgun Gothic" pitchFamily="34" charset="-122"/>
                <a:cs typeface="Malgun Gothic" pitchFamily="34" charset="-120"/>
              </a:rPr>
              <a:t>CrossBeam</a:t>
            </a:r>
            <a:endParaRPr lang="en-US" sz="1800" dirty="0"/>
          </a:p>
          <a:p>
            <a:pPr marL="0" indent="0" algn="ctr">
              <a:lnSpc>
                <a:spcPct val="90000"/>
              </a:lnSpc>
              <a:buNone/>
            </a:pPr>
            <a:r>
              <a:rPr lang="en-US" sz="1800" b="1" dirty="0">
                <a:solidFill>
                  <a:srgbClr val="0B1F33"/>
                </a:solidFill>
                <a:latin typeface="Malgun Gothic" pitchFamily="34" charset="0"/>
                <a:ea typeface="Malgun Gothic" pitchFamily="34" charset="-122"/>
                <a:cs typeface="Malgun Gothic" pitchFamily="34" charset="-120"/>
              </a:rPr>
              <a:t>도면과 보정 요구서를 읽고</a:t>
            </a:r>
            <a:endParaRPr lang="en-US" sz="1800" dirty="0"/>
          </a:p>
          <a:p>
            <a:pPr marL="0" indent="0" algn="ctr">
              <a:lnSpc>
                <a:spcPct val="90000"/>
              </a:lnSpc>
              <a:buNone/>
            </a:pPr>
            <a:r>
              <a:rPr lang="en-US" sz="1800" b="1" dirty="0">
                <a:solidFill>
                  <a:srgbClr val="0B1F33"/>
                </a:solidFill>
                <a:latin typeface="Malgun Gothic" pitchFamily="34" charset="0"/>
                <a:ea typeface="Malgun Gothic" pitchFamily="34" charset="-122"/>
                <a:cs typeface="Malgun Gothic" pitchFamily="34" charset="-120"/>
              </a:rPr>
              <a:t>허가 승인에 필요한 조치 계획을 생성</a:t>
            </a:r>
            <a:endParaRPr lang="en-US" sz="1800" dirty="0"/>
          </a:p>
        </p:txBody>
      </p:sp>
      <p:sp>
        <p:nvSpPr>
          <p:cNvPr id="232" name="Shape 230"/>
          <p:cNvSpPr/>
          <p:nvPr/>
        </p:nvSpPr>
        <p:spPr>
          <a:xfrm>
            <a:off x="6035040" y="1600200"/>
            <a:ext cx="256032" cy="0"/>
          </a:xfrm>
          <a:prstGeom prst="line">
            <a:avLst/>
          </a:prstGeom>
          <a:noFill/>
          <a:ln w="13970">
            <a:solidFill>
              <a:srgbClr val="256B9A"/>
            </a:solidFill>
            <a:prstDash val="solid"/>
          </a:ln>
        </p:spPr>
      </p:sp>
      <p:sp>
        <p:nvSpPr>
          <p:cNvPr id="233" name="Shape 231"/>
          <p:cNvSpPr/>
          <p:nvPr/>
        </p:nvSpPr>
        <p:spPr>
          <a:xfrm>
            <a:off x="6035040" y="1600200"/>
            <a:ext cx="0" cy="256032"/>
          </a:xfrm>
          <a:prstGeom prst="line">
            <a:avLst/>
          </a:prstGeom>
          <a:noFill/>
          <a:ln w="13970">
            <a:solidFill>
              <a:srgbClr val="256B9A"/>
            </a:solidFill>
            <a:prstDash val="solid"/>
          </a:ln>
        </p:spPr>
      </p:sp>
      <p:sp>
        <p:nvSpPr>
          <p:cNvPr id="234" name="Shape 232"/>
          <p:cNvSpPr/>
          <p:nvPr/>
        </p:nvSpPr>
        <p:spPr>
          <a:xfrm>
            <a:off x="11018520" y="1600200"/>
            <a:ext cx="0" cy="0"/>
          </a:xfrm>
          <a:prstGeom prst="line">
            <a:avLst/>
          </a:prstGeom>
          <a:noFill/>
          <a:ln w="13970">
            <a:solidFill>
              <a:srgbClr val="256B9A"/>
            </a:solidFill>
            <a:prstDash val="solid"/>
          </a:ln>
        </p:spPr>
      </p:sp>
      <p:sp>
        <p:nvSpPr>
          <p:cNvPr id="235" name="Shape 233"/>
          <p:cNvSpPr/>
          <p:nvPr/>
        </p:nvSpPr>
        <p:spPr>
          <a:xfrm>
            <a:off x="11018520" y="1600200"/>
            <a:ext cx="0" cy="256032"/>
          </a:xfrm>
          <a:prstGeom prst="line">
            <a:avLst/>
          </a:prstGeom>
          <a:noFill/>
          <a:ln w="13970">
            <a:solidFill>
              <a:srgbClr val="256B9A"/>
            </a:solidFill>
            <a:prstDash val="solid"/>
          </a:ln>
        </p:spPr>
      </p:sp>
      <p:sp>
        <p:nvSpPr>
          <p:cNvPr id="236" name="Shape 234"/>
          <p:cNvSpPr/>
          <p:nvPr/>
        </p:nvSpPr>
        <p:spPr>
          <a:xfrm>
            <a:off x="6035040" y="4297680"/>
            <a:ext cx="256032" cy="0"/>
          </a:xfrm>
          <a:prstGeom prst="line">
            <a:avLst/>
          </a:prstGeom>
          <a:noFill/>
          <a:ln w="13970">
            <a:solidFill>
              <a:srgbClr val="256B9A"/>
            </a:solidFill>
            <a:prstDash val="solid"/>
          </a:ln>
        </p:spPr>
      </p:sp>
      <p:sp>
        <p:nvSpPr>
          <p:cNvPr id="237" name="Shape 235"/>
          <p:cNvSpPr/>
          <p:nvPr/>
        </p:nvSpPr>
        <p:spPr>
          <a:xfrm>
            <a:off x="6035040" y="4297680"/>
            <a:ext cx="0" cy="0"/>
          </a:xfrm>
          <a:prstGeom prst="line">
            <a:avLst/>
          </a:prstGeom>
          <a:noFill/>
          <a:ln w="13970">
            <a:solidFill>
              <a:srgbClr val="256B9A"/>
            </a:solidFill>
            <a:prstDash val="solid"/>
          </a:ln>
        </p:spPr>
      </p:sp>
      <p:sp>
        <p:nvSpPr>
          <p:cNvPr id="238" name="Shape 236"/>
          <p:cNvSpPr/>
          <p:nvPr/>
        </p:nvSpPr>
        <p:spPr>
          <a:xfrm>
            <a:off x="11018520" y="4297680"/>
            <a:ext cx="0" cy="0"/>
          </a:xfrm>
          <a:prstGeom prst="line">
            <a:avLst/>
          </a:prstGeom>
          <a:noFill/>
          <a:ln w="13970">
            <a:solidFill>
              <a:srgbClr val="256B9A"/>
            </a:solidFill>
            <a:prstDash val="solid"/>
          </a:ln>
        </p:spPr>
      </p:sp>
      <p:sp>
        <p:nvSpPr>
          <p:cNvPr id="239" name="Shape 237"/>
          <p:cNvSpPr/>
          <p:nvPr/>
        </p:nvSpPr>
        <p:spPr>
          <a:xfrm>
            <a:off x="11018520" y="4297680"/>
            <a:ext cx="0" cy="0"/>
          </a:xfrm>
          <a:prstGeom prst="line">
            <a:avLst/>
          </a:prstGeom>
          <a:noFill/>
          <a:ln w="13970">
            <a:solidFill>
              <a:srgbClr val="256B9A"/>
            </a:solidFill>
            <a:prstDash val="solid"/>
          </a:ln>
        </p:spPr>
      </p:sp>
      <p:sp>
        <p:nvSpPr>
          <p:cNvPr id="240" name="Text 238"/>
          <p:cNvSpPr/>
          <p:nvPr/>
        </p:nvSpPr>
        <p:spPr>
          <a:xfrm>
            <a:off x="987552" y="4700016"/>
            <a:ext cx="10104120" cy="530352"/>
          </a:xfrm>
          <a:prstGeom prst="rect">
            <a:avLst/>
          </a:prstGeom>
          <a:noFill/>
          <a:ln/>
        </p:spPr>
        <p:txBody>
          <a:bodyPr wrap="square" lIns="635" tIns="635" rIns="635" bIns="635" rtlCol="0" anchor="ctr">
            <a:normAutofit/>
          </a:bodyPr>
          <a:lstStyle/>
          <a:p>
            <a:pPr marL="0" indent="0" algn="ctr">
              <a:lnSpc>
                <a:spcPct val="90000"/>
              </a:lnSpc>
              <a:buNone/>
            </a:pPr>
            <a:r>
              <a:rPr lang="en-US" sz="1900" b="1" dirty="0">
                <a:solidFill>
                  <a:srgbClr val="0B1F33"/>
                </a:solidFill>
                <a:latin typeface="Malgun Gothic" pitchFamily="34" charset="0"/>
                <a:ea typeface="Malgun Gothic" pitchFamily="34" charset="-122"/>
                <a:cs typeface="Malgun Gothic" pitchFamily="34" charset="-120"/>
              </a:rPr>
              <a:t>Anthropic은 Opus 4.6 해커톤 수상자 5명 중 4명이</a:t>
            </a:r>
            <a:endParaRPr lang="en-US" sz="1900" dirty="0"/>
          </a:p>
          <a:p>
            <a:pPr marL="0" indent="0" algn="ctr">
              <a:lnSpc>
                <a:spcPct val="90000"/>
              </a:lnSpc>
              <a:buNone/>
            </a:pPr>
            <a:r>
              <a:rPr lang="en-US" sz="1900" b="1" dirty="0">
                <a:solidFill>
                  <a:srgbClr val="0B1F33"/>
                </a:solidFill>
                <a:latin typeface="Malgun Gothic" pitchFamily="34" charset="0"/>
                <a:ea typeface="Malgun Gothic" pitchFamily="34" charset="-122"/>
                <a:cs typeface="Malgun Gothic" pitchFamily="34" charset="-120"/>
              </a:rPr>
              <a:t>전문 개발자가 아니었다고 발표했습니다.</a:t>
            </a:r>
            <a:endParaRPr lang="en-US" sz="1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Meaning / Domain Expertise</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03</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학교 업무 문제를 아는 사람이 AI 시대의 강한 출발점이다.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의미</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왜 비개발자 우승이 중요한가</a:t>
            </a:r>
            <a:endParaRPr lang="en-US" sz="2900" dirty="0"/>
          </a:p>
        </p:txBody>
      </p:sp>
      <p:sp>
        <p:nvSpPr>
          <p:cNvPr id="215" name="Text 213"/>
          <p:cNvSpPr/>
          <p:nvPr/>
        </p:nvSpPr>
        <p:spPr>
          <a:xfrm>
            <a:off x="804672" y="1664208"/>
            <a:ext cx="4023360" cy="320040"/>
          </a:xfrm>
          <a:prstGeom prst="rect">
            <a:avLst/>
          </a:prstGeom>
          <a:noFill/>
          <a:ln/>
        </p:spPr>
        <p:txBody>
          <a:bodyPr wrap="square" lIns="635" tIns="635" rIns="635" bIns="635" rtlCol="0" anchor="t">
            <a:normAutofit/>
          </a:bodyPr>
          <a:lstStyle/>
          <a:p>
            <a:pPr marL="0" indent="0" algn="l">
              <a:lnSpc>
                <a:spcPct val="90000"/>
              </a:lnSpc>
              <a:buNone/>
            </a:pPr>
            <a:r>
              <a:rPr lang="en-US" sz="1800" b="1" dirty="0">
                <a:solidFill>
                  <a:srgbClr val="0B1F33"/>
                </a:solidFill>
                <a:latin typeface="Malgun Gothic" pitchFamily="34" charset="0"/>
                <a:ea typeface="Malgun Gothic" pitchFamily="34" charset="-122"/>
                <a:cs typeface="Malgun Gothic" pitchFamily="34" charset="-120"/>
              </a:rPr>
              <a:t>바이브 코딩 시대의 경쟁력</a:t>
            </a:r>
            <a:endParaRPr lang="en-US" sz="1800" dirty="0"/>
          </a:p>
        </p:txBody>
      </p:sp>
      <p:sp>
        <p:nvSpPr>
          <p:cNvPr id="216" name="Shape 214"/>
          <p:cNvSpPr/>
          <p:nvPr/>
        </p:nvSpPr>
        <p:spPr>
          <a:xfrm>
            <a:off x="786384" y="2057400"/>
            <a:ext cx="10149840" cy="2606040"/>
          </a:xfrm>
          <a:prstGeom prst="rect">
            <a:avLst/>
          </a:prstGeom>
          <a:solidFill>
            <a:srgbClr val="FFFFFF">
              <a:alpha val="95000"/>
            </a:srgbClr>
          </a:solidFill>
          <a:ln w="13970">
            <a:solidFill>
              <a:srgbClr val="153A5B"/>
            </a:solidFill>
            <a:prstDash val="solid"/>
          </a:ln>
        </p:spPr>
      </p:sp>
      <p:sp>
        <p:nvSpPr>
          <p:cNvPr id="217" name="Shape 215"/>
          <p:cNvSpPr/>
          <p:nvPr/>
        </p:nvSpPr>
        <p:spPr>
          <a:xfrm>
            <a:off x="786384" y="2057400"/>
            <a:ext cx="1371600" cy="521208"/>
          </a:xfrm>
          <a:prstGeom prst="rect">
            <a:avLst/>
          </a:prstGeom>
          <a:solidFill>
            <a:srgbClr val="153A5B"/>
          </a:solidFill>
          <a:ln w="6350">
            <a:solidFill>
              <a:srgbClr val="FFFFFF"/>
            </a:solidFill>
            <a:prstDash val="solid"/>
          </a:ln>
        </p:spPr>
      </p:sp>
      <p:sp>
        <p:nvSpPr>
          <p:cNvPr id="218" name="Text 216"/>
          <p:cNvSpPr/>
          <p:nvPr/>
        </p:nvSpPr>
        <p:spPr>
          <a:xfrm>
            <a:off x="859536" y="2194560"/>
            <a:ext cx="1225296" cy="338328"/>
          </a:xfrm>
          <a:prstGeom prst="rect">
            <a:avLst/>
          </a:prstGeom>
          <a:noFill/>
          <a:ln/>
        </p:spPr>
        <p:txBody>
          <a:bodyPr wrap="square" lIns="635" tIns="635" rIns="635" bIns="635" rtlCol="0" anchor="ctr">
            <a:normAutofit/>
          </a:bodyPr>
          <a:lstStyle/>
          <a:p>
            <a:pPr marL="0" indent="0" algn="ctr">
              <a:lnSpc>
                <a:spcPct val="90000"/>
              </a:lnSpc>
              <a:buNone/>
            </a:pPr>
            <a:r>
              <a:rPr lang="en-US" sz="1300" b="1" dirty="0">
                <a:solidFill>
                  <a:srgbClr val="FFFFFF"/>
                </a:solidFill>
                <a:latin typeface="Malgun Gothic" pitchFamily="34" charset="0"/>
                <a:ea typeface="Malgun Gothic" pitchFamily="34" charset="-122"/>
                <a:cs typeface="Malgun Gothic" pitchFamily="34" charset="-120"/>
              </a:rPr>
              <a:t>구분</a:t>
            </a:r>
            <a:endParaRPr lang="en-US" sz="1300" dirty="0"/>
          </a:p>
        </p:txBody>
      </p:sp>
      <p:sp>
        <p:nvSpPr>
          <p:cNvPr id="219" name="Shape 217"/>
          <p:cNvSpPr/>
          <p:nvPr/>
        </p:nvSpPr>
        <p:spPr>
          <a:xfrm>
            <a:off x="2157984" y="2057400"/>
            <a:ext cx="4160520" cy="521208"/>
          </a:xfrm>
          <a:prstGeom prst="rect">
            <a:avLst/>
          </a:prstGeom>
          <a:solidFill>
            <a:srgbClr val="EA6A1A">
              <a:alpha val="96000"/>
            </a:srgbClr>
          </a:solidFill>
          <a:ln w="6350">
            <a:solidFill>
              <a:srgbClr val="FFFFFF"/>
            </a:solidFill>
            <a:prstDash val="solid"/>
          </a:ln>
        </p:spPr>
      </p:sp>
      <p:sp>
        <p:nvSpPr>
          <p:cNvPr id="220" name="Text 218"/>
          <p:cNvSpPr/>
          <p:nvPr/>
        </p:nvSpPr>
        <p:spPr>
          <a:xfrm>
            <a:off x="2231136" y="2194560"/>
            <a:ext cx="4014216" cy="338328"/>
          </a:xfrm>
          <a:prstGeom prst="rect">
            <a:avLst/>
          </a:prstGeom>
          <a:noFill/>
          <a:ln/>
        </p:spPr>
        <p:txBody>
          <a:bodyPr wrap="square" lIns="635" tIns="635" rIns="635" bIns="635" rtlCol="0" anchor="ctr">
            <a:normAutofit/>
          </a:bodyPr>
          <a:lstStyle/>
          <a:p>
            <a:pPr marL="0" indent="0" algn="ctr">
              <a:lnSpc>
                <a:spcPct val="90000"/>
              </a:lnSpc>
              <a:buNone/>
            </a:pPr>
            <a:r>
              <a:rPr lang="en-US" sz="1300" b="1" dirty="0">
                <a:solidFill>
                  <a:srgbClr val="FFFFFF"/>
                </a:solidFill>
                <a:latin typeface="Malgun Gothic" pitchFamily="34" charset="0"/>
                <a:ea typeface="Malgun Gothic" pitchFamily="34" charset="-122"/>
                <a:cs typeface="Malgun Gothic" pitchFamily="34" charset="-120"/>
              </a:rPr>
              <a:t>예전 기준</a:t>
            </a:r>
            <a:endParaRPr lang="en-US" sz="1300" dirty="0"/>
          </a:p>
        </p:txBody>
      </p:sp>
      <p:sp>
        <p:nvSpPr>
          <p:cNvPr id="221" name="Shape 219"/>
          <p:cNvSpPr/>
          <p:nvPr/>
        </p:nvSpPr>
        <p:spPr>
          <a:xfrm>
            <a:off x="6318504" y="2057400"/>
            <a:ext cx="4617720" cy="521208"/>
          </a:xfrm>
          <a:prstGeom prst="rect">
            <a:avLst/>
          </a:prstGeom>
          <a:solidFill>
            <a:srgbClr val="EA6A1A">
              <a:alpha val="96000"/>
            </a:srgbClr>
          </a:solidFill>
          <a:ln w="6350">
            <a:solidFill>
              <a:srgbClr val="FFFFFF"/>
            </a:solidFill>
            <a:prstDash val="solid"/>
          </a:ln>
        </p:spPr>
      </p:sp>
      <p:sp>
        <p:nvSpPr>
          <p:cNvPr id="222" name="Text 220"/>
          <p:cNvSpPr/>
          <p:nvPr/>
        </p:nvSpPr>
        <p:spPr>
          <a:xfrm>
            <a:off x="6391656" y="2194560"/>
            <a:ext cx="4471416" cy="338328"/>
          </a:xfrm>
          <a:prstGeom prst="rect">
            <a:avLst/>
          </a:prstGeom>
          <a:noFill/>
          <a:ln/>
        </p:spPr>
        <p:txBody>
          <a:bodyPr wrap="square" lIns="635" tIns="635" rIns="635" bIns="635" rtlCol="0" anchor="ctr">
            <a:normAutofit/>
          </a:bodyPr>
          <a:lstStyle/>
          <a:p>
            <a:pPr marL="0" indent="0" algn="ctr">
              <a:lnSpc>
                <a:spcPct val="90000"/>
              </a:lnSpc>
              <a:buNone/>
            </a:pPr>
            <a:r>
              <a:rPr lang="en-US" sz="1300" b="1" dirty="0">
                <a:solidFill>
                  <a:srgbClr val="FFFFFF"/>
                </a:solidFill>
                <a:latin typeface="Malgun Gothic" pitchFamily="34" charset="0"/>
                <a:ea typeface="Malgun Gothic" pitchFamily="34" charset="-122"/>
                <a:cs typeface="Malgun Gothic" pitchFamily="34" charset="-120"/>
              </a:rPr>
              <a:t>AI 코딩 시대</a:t>
            </a:r>
            <a:endParaRPr lang="en-US" sz="1300" dirty="0"/>
          </a:p>
        </p:txBody>
      </p:sp>
      <p:sp>
        <p:nvSpPr>
          <p:cNvPr id="223" name="Shape 221"/>
          <p:cNvSpPr/>
          <p:nvPr/>
        </p:nvSpPr>
        <p:spPr>
          <a:xfrm>
            <a:off x="786384" y="2578608"/>
            <a:ext cx="1371600" cy="521208"/>
          </a:xfrm>
          <a:prstGeom prst="rect">
            <a:avLst/>
          </a:prstGeom>
          <a:solidFill>
            <a:srgbClr val="FFFFFF">
              <a:alpha val="98000"/>
            </a:srgbClr>
          </a:solidFill>
          <a:ln w="7620">
            <a:solidFill>
              <a:srgbClr val="C9D8E4"/>
            </a:solidFill>
            <a:prstDash val="solid"/>
          </a:ln>
        </p:spPr>
      </p:sp>
      <p:sp>
        <p:nvSpPr>
          <p:cNvPr id="224" name="Text 222"/>
          <p:cNvSpPr/>
          <p:nvPr/>
        </p:nvSpPr>
        <p:spPr>
          <a:xfrm>
            <a:off x="877824" y="2670048"/>
            <a:ext cx="1188720" cy="356616"/>
          </a:xfrm>
          <a:prstGeom prst="rect">
            <a:avLst/>
          </a:prstGeom>
          <a:noFill/>
          <a:ln/>
        </p:spPr>
        <p:txBody>
          <a:bodyPr wrap="square" lIns="635" tIns="635" rIns="635" bIns="635" rtlCol="0" anchor="ctr">
            <a:normAutofit/>
          </a:bodyPr>
          <a:lstStyle/>
          <a:p>
            <a:pPr marL="0" indent="0" algn="ctr">
              <a:lnSpc>
                <a:spcPct val="90000"/>
              </a:lnSpc>
              <a:buNone/>
            </a:pPr>
            <a:r>
              <a:rPr lang="en-US" sz="1300" b="1" dirty="0">
                <a:solidFill>
                  <a:srgbClr val="2A3844"/>
                </a:solidFill>
                <a:latin typeface="Malgun Gothic" pitchFamily="34" charset="0"/>
                <a:ea typeface="Malgun Gothic" pitchFamily="34" charset="-122"/>
                <a:cs typeface="Malgun Gothic" pitchFamily="34" charset="-120"/>
              </a:rPr>
              <a:t>강점</a:t>
            </a:r>
            <a:endParaRPr lang="en-US" sz="1300" dirty="0"/>
          </a:p>
        </p:txBody>
      </p:sp>
      <p:sp>
        <p:nvSpPr>
          <p:cNvPr id="225" name="Shape 223"/>
          <p:cNvSpPr/>
          <p:nvPr/>
        </p:nvSpPr>
        <p:spPr>
          <a:xfrm>
            <a:off x="2157984" y="2578608"/>
            <a:ext cx="4160520" cy="521208"/>
          </a:xfrm>
          <a:prstGeom prst="rect">
            <a:avLst/>
          </a:prstGeom>
          <a:solidFill>
            <a:srgbClr val="FFFFFF">
              <a:alpha val="98000"/>
            </a:srgbClr>
          </a:solidFill>
          <a:ln w="7620">
            <a:solidFill>
              <a:srgbClr val="C9D8E4"/>
            </a:solidFill>
            <a:prstDash val="solid"/>
          </a:ln>
        </p:spPr>
      </p:sp>
      <p:sp>
        <p:nvSpPr>
          <p:cNvPr id="226" name="Text 224"/>
          <p:cNvSpPr/>
          <p:nvPr/>
        </p:nvSpPr>
        <p:spPr>
          <a:xfrm>
            <a:off x="2249424" y="2670048"/>
            <a:ext cx="3977640" cy="356616"/>
          </a:xfrm>
          <a:prstGeom prst="rect">
            <a:avLst/>
          </a:prstGeom>
          <a:noFill/>
          <a:ln/>
        </p:spPr>
        <p:txBody>
          <a:bodyPr wrap="square" lIns="635" tIns="635" rIns="635" bIns="635" rtlCol="0" anchor="ctr">
            <a:normAutofit/>
          </a:bodyPr>
          <a:lstStyle/>
          <a:p>
            <a:pPr marL="0" indent="0" algn="l">
              <a:lnSpc>
                <a:spcPct val="90000"/>
              </a:lnSpc>
              <a:buNone/>
            </a:pPr>
            <a:r>
              <a:rPr lang="en-US" sz="1300" dirty="0">
                <a:solidFill>
                  <a:srgbClr val="0B1F33"/>
                </a:solidFill>
                <a:latin typeface="Malgun Gothic" pitchFamily="34" charset="0"/>
                <a:ea typeface="Malgun Gothic" pitchFamily="34" charset="-122"/>
                <a:cs typeface="Malgun Gothic" pitchFamily="34" charset="-120"/>
              </a:rPr>
              <a:t>코딩 문법 숙련</a:t>
            </a:r>
            <a:endParaRPr lang="en-US" sz="1300" dirty="0"/>
          </a:p>
        </p:txBody>
      </p:sp>
      <p:sp>
        <p:nvSpPr>
          <p:cNvPr id="227" name="Shape 225"/>
          <p:cNvSpPr/>
          <p:nvPr/>
        </p:nvSpPr>
        <p:spPr>
          <a:xfrm>
            <a:off x="6318504" y="2578608"/>
            <a:ext cx="4617720" cy="521208"/>
          </a:xfrm>
          <a:prstGeom prst="rect">
            <a:avLst/>
          </a:prstGeom>
          <a:solidFill>
            <a:srgbClr val="FFFFFF">
              <a:alpha val="98000"/>
            </a:srgbClr>
          </a:solidFill>
          <a:ln w="7620">
            <a:solidFill>
              <a:srgbClr val="C9D8E4"/>
            </a:solidFill>
            <a:prstDash val="solid"/>
          </a:ln>
        </p:spPr>
      </p:sp>
      <p:sp>
        <p:nvSpPr>
          <p:cNvPr id="228" name="Text 226"/>
          <p:cNvSpPr/>
          <p:nvPr/>
        </p:nvSpPr>
        <p:spPr>
          <a:xfrm>
            <a:off x="6409944" y="2670048"/>
            <a:ext cx="4434840" cy="356616"/>
          </a:xfrm>
          <a:prstGeom prst="rect">
            <a:avLst/>
          </a:prstGeom>
          <a:noFill/>
          <a:ln/>
        </p:spPr>
        <p:txBody>
          <a:bodyPr wrap="square" lIns="635" tIns="635" rIns="635" bIns="635" rtlCol="0" anchor="ctr">
            <a:normAutofit/>
          </a:bodyPr>
          <a:lstStyle/>
          <a:p>
            <a:pPr marL="0" indent="0" algn="l">
              <a:lnSpc>
                <a:spcPct val="90000"/>
              </a:lnSpc>
              <a:buNone/>
            </a:pPr>
            <a:r>
              <a:rPr lang="en-US" sz="1300" dirty="0">
                <a:solidFill>
                  <a:srgbClr val="0B1F33"/>
                </a:solidFill>
                <a:latin typeface="Malgun Gothic" pitchFamily="34" charset="0"/>
                <a:ea typeface="Malgun Gothic" pitchFamily="34" charset="-122"/>
                <a:cs typeface="Malgun Gothic" pitchFamily="34" charset="-120"/>
              </a:rPr>
              <a:t>문제 정의와 업무 이해</a:t>
            </a:r>
            <a:endParaRPr lang="en-US" sz="1300" dirty="0"/>
          </a:p>
        </p:txBody>
      </p:sp>
      <p:sp>
        <p:nvSpPr>
          <p:cNvPr id="229" name="Shape 227"/>
          <p:cNvSpPr/>
          <p:nvPr/>
        </p:nvSpPr>
        <p:spPr>
          <a:xfrm>
            <a:off x="786384" y="3099816"/>
            <a:ext cx="1371600" cy="521208"/>
          </a:xfrm>
          <a:prstGeom prst="rect">
            <a:avLst/>
          </a:prstGeom>
          <a:solidFill>
            <a:srgbClr val="EFF7FC">
              <a:alpha val="98000"/>
            </a:srgbClr>
          </a:solidFill>
          <a:ln w="7620">
            <a:solidFill>
              <a:srgbClr val="C9D8E4"/>
            </a:solidFill>
            <a:prstDash val="solid"/>
          </a:ln>
        </p:spPr>
      </p:sp>
      <p:sp>
        <p:nvSpPr>
          <p:cNvPr id="230" name="Text 228"/>
          <p:cNvSpPr/>
          <p:nvPr/>
        </p:nvSpPr>
        <p:spPr>
          <a:xfrm>
            <a:off x="877824" y="3191256"/>
            <a:ext cx="1188720" cy="356616"/>
          </a:xfrm>
          <a:prstGeom prst="rect">
            <a:avLst/>
          </a:prstGeom>
          <a:noFill/>
          <a:ln/>
        </p:spPr>
        <p:txBody>
          <a:bodyPr wrap="square" lIns="635" tIns="635" rIns="635" bIns="635" rtlCol="0" anchor="ctr">
            <a:normAutofit/>
          </a:bodyPr>
          <a:lstStyle/>
          <a:p>
            <a:pPr marL="0" indent="0" algn="ctr">
              <a:lnSpc>
                <a:spcPct val="90000"/>
              </a:lnSpc>
              <a:buNone/>
            </a:pPr>
            <a:r>
              <a:rPr lang="en-US" sz="1300" b="1" dirty="0">
                <a:solidFill>
                  <a:srgbClr val="2A3844"/>
                </a:solidFill>
                <a:latin typeface="Malgun Gothic" pitchFamily="34" charset="0"/>
                <a:ea typeface="Malgun Gothic" pitchFamily="34" charset="-122"/>
                <a:cs typeface="Malgun Gothic" pitchFamily="34" charset="-120"/>
              </a:rPr>
              <a:t>질문</a:t>
            </a:r>
            <a:endParaRPr lang="en-US" sz="1300" dirty="0"/>
          </a:p>
        </p:txBody>
      </p:sp>
      <p:sp>
        <p:nvSpPr>
          <p:cNvPr id="231" name="Shape 229"/>
          <p:cNvSpPr/>
          <p:nvPr/>
        </p:nvSpPr>
        <p:spPr>
          <a:xfrm>
            <a:off x="2157984" y="3099816"/>
            <a:ext cx="4160520" cy="521208"/>
          </a:xfrm>
          <a:prstGeom prst="rect">
            <a:avLst/>
          </a:prstGeom>
          <a:solidFill>
            <a:srgbClr val="EFF7FC">
              <a:alpha val="98000"/>
            </a:srgbClr>
          </a:solidFill>
          <a:ln w="7620">
            <a:solidFill>
              <a:srgbClr val="C9D8E4"/>
            </a:solidFill>
            <a:prstDash val="solid"/>
          </a:ln>
        </p:spPr>
      </p:sp>
      <p:sp>
        <p:nvSpPr>
          <p:cNvPr id="232" name="Text 230"/>
          <p:cNvSpPr/>
          <p:nvPr/>
        </p:nvSpPr>
        <p:spPr>
          <a:xfrm>
            <a:off x="2249424" y="3191256"/>
            <a:ext cx="3977640" cy="356616"/>
          </a:xfrm>
          <a:prstGeom prst="rect">
            <a:avLst/>
          </a:prstGeom>
          <a:noFill/>
          <a:ln/>
        </p:spPr>
        <p:txBody>
          <a:bodyPr wrap="square" lIns="635" tIns="635" rIns="635" bIns="635" rtlCol="0" anchor="ctr">
            <a:normAutofit/>
          </a:bodyPr>
          <a:lstStyle/>
          <a:p>
            <a:pPr marL="0" indent="0" algn="l">
              <a:lnSpc>
                <a:spcPct val="90000"/>
              </a:lnSpc>
              <a:buNone/>
            </a:pPr>
            <a:r>
              <a:rPr lang="en-US" sz="1300" dirty="0">
                <a:solidFill>
                  <a:srgbClr val="0B1F33"/>
                </a:solidFill>
                <a:latin typeface="Malgun Gothic" pitchFamily="34" charset="0"/>
                <a:ea typeface="Malgun Gothic" pitchFamily="34" charset="-122"/>
                <a:cs typeface="Malgun Gothic" pitchFamily="34" charset="-120"/>
              </a:rPr>
              <a:t>어떻게 구현할까?</a:t>
            </a:r>
            <a:endParaRPr lang="en-US" sz="1300" dirty="0"/>
          </a:p>
        </p:txBody>
      </p:sp>
      <p:sp>
        <p:nvSpPr>
          <p:cNvPr id="233" name="Shape 231"/>
          <p:cNvSpPr/>
          <p:nvPr/>
        </p:nvSpPr>
        <p:spPr>
          <a:xfrm>
            <a:off x="6318504" y="3099816"/>
            <a:ext cx="4617720" cy="521208"/>
          </a:xfrm>
          <a:prstGeom prst="rect">
            <a:avLst/>
          </a:prstGeom>
          <a:solidFill>
            <a:srgbClr val="EFF7FC">
              <a:alpha val="98000"/>
            </a:srgbClr>
          </a:solidFill>
          <a:ln w="7620">
            <a:solidFill>
              <a:srgbClr val="C9D8E4"/>
            </a:solidFill>
            <a:prstDash val="solid"/>
          </a:ln>
        </p:spPr>
      </p:sp>
      <p:sp>
        <p:nvSpPr>
          <p:cNvPr id="234" name="Text 232"/>
          <p:cNvSpPr/>
          <p:nvPr/>
        </p:nvSpPr>
        <p:spPr>
          <a:xfrm>
            <a:off x="6409944" y="3191256"/>
            <a:ext cx="4434840" cy="356616"/>
          </a:xfrm>
          <a:prstGeom prst="rect">
            <a:avLst/>
          </a:prstGeom>
          <a:noFill/>
          <a:ln/>
        </p:spPr>
        <p:txBody>
          <a:bodyPr wrap="square" lIns="635" tIns="635" rIns="635" bIns="635" rtlCol="0" anchor="ctr">
            <a:normAutofit/>
          </a:bodyPr>
          <a:lstStyle/>
          <a:p>
            <a:pPr marL="0" indent="0" algn="l">
              <a:lnSpc>
                <a:spcPct val="90000"/>
              </a:lnSpc>
              <a:buNone/>
            </a:pPr>
            <a:r>
              <a:rPr lang="en-US" sz="1300" dirty="0">
                <a:solidFill>
                  <a:srgbClr val="0B1F33"/>
                </a:solidFill>
                <a:latin typeface="Malgun Gothic" pitchFamily="34" charset="0"/>
                <a:ea typeface="Malgun Gothic" pitchFamily="34" charset="-122"/>
                <a:cs typeface="Malgun Gothic" pitchFamily="34" charset="-120"/>
              </a:rPr>
              <a:t>무엇을 정확히 만들까?</a:t>
            </a:r>
            <a:endParaRPr lang="en-US" sz="1300" dirty="0"/>
          </a:p>
        </p:txBody>
      </p:sp>
      <p:sp>
        <p:nvSpPr>
          <p:cNvPr id="235" name="Shape 233"/>
          <p:cNvSpPr/>
          <p:nvPr/>
        </p:nvSpPr>
        <p:spPr>
          <a:xfrm>
            <a:off x="786384" y="3621024"/>
            <a:ext cx="1371600" cy="521208"/>
          </a:xfrm>
          <a:prstGeom prst="rect">
            <a:avLst/>
          </a:prstGeom>
          <a:solidFill>
            <a:srgbClr val="FFFFFF">
              <a:alpha val="98000"/>
            </a:srgbClr>
          </a:solidFill>
          <a:ln w="7620">
            <a:solidFill>
              <a:srgbClr val="C9D8E4"/>
            </a:solidFill>
            <a:prstDash val="solid"/>
          </a:ln>
        </p:spPr>
      </p:sp>
      <p:sp>
        <p:nvSpPr>
          <p:cNvPr id="236" name="Text 234"/>
          <p:cNvSpPr/>
          <p:nvPr/>
        </p:nvSpPr>
        <p:spPr>
          <a:xfrm>
            <a:off x="877824" y="3712464"/>
            <a:ext cx="1188720" cy="356616"/>
          </a:xfrm>
          <a:prstGeom prst="rect">
            <a:avLst/>
          </a:prstGeom>
          <a:noFill/>
          <a:ln/>
        </p:spPr>
        <p:txBody>
          <a:bodyPr wrap="square" lIns="635" tIns="635" rIns="635" bIns="635" rtlCol="0" anchor="ctr">
            <a:normAutofit/>
          </a:bodyPr>
          <a:lstStyle/>
          <a:p>
            <a:pPr marL="0" indent="0" algn="ctr">
              <a:lnSpc>
                <a:spcPct val="90000"/>
              </a:lnSpc>
              <a:buNone/>
            </a:pPr>
            <a:r>
              <a:rPr lang="en-US" sz="1300" b="1" dirty="0">
                <a:solidFill>
                  <a:srgbClr val="2A3844"/>
                </a:solidFill>
                <a:latin typeface="Malgun Gothic" pitchFamily="34" charset="0"/>
                <a:ea typeface="Malgun Gothic" pitchFamily="34" charset="-122"/>
                <a:cs typeface="Malgun Gothic" pitchFamily="34" charset="-120"/>
              </a:rPr>
              <a:t>역할</a:t>
            </a:r>
            <a:endParaRPr lang="en-US" sz="1300" dirty="0"/>
          </a:p>
        </p:txBody>
      </p:sp>
      <p:sp>
        <p:nvSpPr>
          <p:cNvPr id="237" name="Shape 235"/>
          <p:cNvSpPr/>
          <p:nvPr/>
        </p:nvSpPr>
        <p:spPr>
          <a:xfrm>
            <a:off x="2157984" y="3621024"/>
            <a:ext cx="4160520" cy="521208"/>
          </a:xfrm>
          <a:prstGeom prst="rect">
            <a:avLst/>
          </a:prstGeom>
          <a:solidFill>
            <a:srgbClr val="FFFFFF">
              <a:alpha val="98000"/>
            </a:srgbClr>
          </a:solidFill>
          <a:ln w="7620">
            <a:solidFill>
              <a:srgbClr val="C9D8E4"/>
            </a:solidFill>
            <a:prstDash val="solid"/>
          </a:ln>
        </p:spPr>
      </p:sp>
      <p:sp>
        <p:nvSpPr>
          <p:cNvPr id="238" name="Text 236"/>
          <p:cNvSpPr/>
          <p:nvPr/>
        </p:nvSpPr>
        <p:spPr>
          <a:xfrm>
            <a:off x="2249424" y="3712464"/>
            <a:ext cx="3977640" cy="356616"/>
          </a:xfrm>
          <a:prstGeom prst="rect">
            <a:avLst/>
          </a:prstGeom>
          <a:noFill/>
          <a:ln/>
        </p:spPr>
        <p:txBody>
          <a:bodyPr wrap="square" lIns="635" tIns="635" rIns="635" bIns="635" rtlCol="0" anchor="ctr">
            <a:normAutofit/>
          </a:bodyPr>
          <a:lstStyle/>
          <a:p>
            <a:pPr marL="0" indent="0" algn="l">
              <a:lnSpc>
                <a:spcPct val="90000"/>
              </a:lnSpc>
              <a:buNone/>
            </a:pPr>
            <a:r>
              <a:rPr lang="en-US" sz="1300" dirty="0">
                <a:solidFill>
                  <a:srgbClr val="0B1F33"/>
                </a:solidFill>
                <a:latin typeface="Malgun Gothic" pitchFamily="34" charset="0"/>
                <a:ea typeface="Malgun Gothic" pitchFamily="34" charset="-122"/>
                <a:cs typeface="Malgun Gothic" pitchFamily="34" charset="-120"/>
              </a:rPr>
              <a:t>혼자 코드 작성</a:t>
            </a:r>
            <a:endParaRPr lang="en-US" sz="1300" dirty="0"/>
          </a:p>
        </p:txBody>
      </p:sp>
      <p:sp>
        <p:nvSpPr>
          <p:cNvPr id="239" name="Shape 237"/>
          <p:cNvSpPr/>
          <p:nvPr/>
        </p:nvSpPr>
        <p:spPr>
          <a:xfrm>
            <a:off x="6318504" y="3621024"/>
            <a:ext cx="4617720" cy="521208"/>
          </a:xfrm>
          <a:prstGeom prst="rect">
            <a:avLst/>
          </a:prstGeom>
          <a:solidFill>
            <a:srgbClr val="FFFFFF">
              <a:alpha val="98000"/>
            </a:srgbClr>
          </a:solidFill>
          <a:ln w="7620">
            <a:solidFill>
              <a:srgbClr val="C9D8E4"/>
            </a:solidFill>
            <a:prstDash val="solid"/>
          </a:ln>
        </p:spPr>
      </p:sp>
      <p:sp>
        <p:nvSpPr>
          <p:cNvPr id="240" name="Text 238"/>
          <p:cNvSpPr/>
          <p:nvPr/>
        </p:nvSpPr>
        <p:spPr>
          <a:xfrm>
            <a:off x="6409944" y="3712464"/>
            <a:ext cx="4434840" cy="356616"/>
          </a:xfrm>
          <a:prstGeom prst="rect">
            <a:avLst/>
          </a:prstGeom>
          <a:noFill/>
          <a:ln/>
        </p:spPr>
        <p:txBody>
          <a:bodyPr wrap="square" lIns="635" tIns="635" rIns="635" bIns="635" rtlCol="0" anchor="ctr">
            <a:normAutofit/>
          </a:bodyPr>
          <a:lstStyle/>
          <a:p>
            <a:pPr marL="0" indent="0" algn="l">
              <a:lnSpc>
                <a:spcPct val="90000"/>
              </a:lnSpc>
              <a:buNone/>
            </a:pPr>
            <a:r>
              <a:rPr lang="en-US" sz="1300" dirty="0">
                <a:solidFill>
                  <a:srgbClr val="0B1F33"/>
                </a:solidFill>
                <a:latin typeface="Malgun Gothic" pitchFamily="34" charset="0"/>
                <a:ea typeface="Malgun Gothic" pitchFamily="34" charset="-122"/>
                <a:cs typeface="Malgun Gothic" pitchFamily="34" charset="-120"/>
              </a:rPr>
              <a:t>AI 개발팀 지휘</a:t>
            </a:r>
            <a:endParaRPr lang="en-US" sz="1300" dirty="0"/>
          </a:p>
        </p:txBody>
      </p:sp>
      <p:sp>
        <p:nvSpPr>
          <p:cNvPr id="241" name="Shape 239"/>
          <p:cNvSpPr/>
          <p:nvPr/>
        </p:nvSpPr>
        <p:spPr>
          <a:xfrm>
            <a:off x="786384" y="4142232"/>
            <a:ext cx="1371600" cy="521208"/>
          </a:xfrm>
          <a:prstGeom prst="rect">
            <a:avLst/>
          </a:prstGeom>
          <a:solidFill>
            <a:srgbClr val="EFF7FC">
              <a:alpha val="98000"/>
            </a:srgbClr>
          </a:solidFill>
          <a:ln w="7620">
            <a:solidFill>
              <a:srgbClr val="C9D8E4"/>
            </a:solidFill>
            <a:prstDash val="solid"/>
          </a:ln>
        </p:spPr>
      </p:sp>
      <p:sp>
        <p:nvSpPr>
          <p:cNvPr id="242" name="Text 240"/>
          <p:cNvSpPr/>
          <p:nvPr/>
        </p:nvSpPr>
        <p:spPr>
          <a:xfrm>
            <a:off x="877824" y="4233672"/>
            <a:ext cx="1188720" cy="356616"/>
          </a:xfrm>
          <a:prstGeom prst="rect">
            <a:avLst/>
          </a:prstGeom>
          <a:noFill/>
          <a:ln/>
        </p:spPr>
        <p:txBody>
          <a:bodyPr wrap="square" lIns="635" tIns="635" rIns="635" bIns="635" rtlCol="0" anchor="ctr">
            <a:normAutofit/>
          </a:bodyPr>
          <a:lstStyle/>
          <a:p>
            <a:pPr marL="0" indent="0" algn="ctr">
              <a:lnSpc>
                <a:spcPct val="90000"/>
              </a:lnSpc>
              <a:buNone/>
            </a:pPr>
            <a:r>
              <a:rPr lang="en-US" sz="1300" b="1" dirty="0">
                <a:solidFill>
                  <a:srgbClr val="2A3844"/>
                </a:solidFill>
                <a:latin typeface="Malgun Gothic" pitchFamily="34" charset="0"/>
                <a:ea typeface="Malgun Gothic" pitchFamily="34" charset="-122"/>
                <a:cs typeface="Malgun Gothic" pitchFamily="34" charset="-120"/>
              </a:rPr>
              <a:t>학교</a:t>
            </a:r>
            <a:endParaRPr lang="en-US" sz="1300" dirty="0"/>
          </a:p>
        </p:txBody>
      </p:sp>
      <p:sp>
        <p:nvSpPr>
          <p:cNvPr id="243" name="Shape 241"/>
          <p:cNvSpPr/>
          <p:nvPr/>
        </p:nvSpPr>
        <p:spPr>
          <a:xfrm>
            <a:off x="2157984" y="4142232"/>
            <a:ext cx="4160520" cy="521208"/>
          </a:xfrm>
          <a:prstGeom prst="rect">
            <a:avLst/>
          </a:prstGeom>
          <a:solidFill>
            <a:srgbClr val="EFF7FC">
              <a:alpha val="98000"/>
            </a:srgbClr>
          </a:solidFill>
          <a:ln w="7620">
            <a:solidFill>
              <a:srgbClr val="C9D8E4"/>
            </a:solidFill>
            <a:prstDash val="solid"/>
          </a:ln>
        </p:spPr>
      </p:sp>
      <p:sp>
        <p:nvSpPr>
          <p:cNvPr id="244" name="Text 242"/>
          <p:cNvSpPr/>
          <p:nvPr/>
        </p:nvSpPr>
        <p:spPr>
          <a:xfrm>
            <a:off x="2249424" y="4233672"/>
            <a:ext cx="3977640" cy="356616"/>
          </a:xfrm>
          <a:prstGeom prst="rect">
            <a:avLst/>
          </a:prstGeom>
          <a:noFill/>
          <a:ln/>
        </p:spPr>
        <p:txBody>
          <a:bodyPr wrap="square" lIns="635" tIns="635" rIns="635" bIns="635" rtlCol="0" anchor="ctr">
            <a:normAutofit/>
          </a:bodyPr>
          <a:lstStyle/>
          <a:p>
            <a:pPr marL="0" indent="0" algn="l">
              <a:lnSpc>
                <a:spcPct val="90000"/>
              </a:lnSpc>
              <a:buNone/>
            </a:pPr>
            <a:r>
              <a:rPr lang="en-US" sz="1300" dirty="0">
                <a:solidFill>
                  <a:srgbClr val="0B1F33"/>
                </a:solidFill>
                <a:latin typeface="Malgun Gothic" pitchFamily="34" charset="0"/>
                <a:ea typeface="Malgun Gothic" pitchFamily="34" charset="-122"/>
                <a:cs typeface="Malgun Gothic" pitchFamily="34" charset="-120"/>
              </a:rPr>
              <a:t>외부 개발 의존</a:t>
            </a:r>
            <a:endParaRPr lang="en-US" sz="1300" dirty="0"/>
          </a:p>
        </p:txBody>
      </p:sp>
      <p:sp>
        <p:nvSpPr>
          <p:cNvPr id="245" name="Shape 243"/>
          <p:cNvSpPr/>
          <p:nvPr/>
        </p:nvSpPr>
        <p:spPr>
          <a:xfrm>
            <a:off x="6318504" y="4142232"/>
            <a:ext cx="4617720" cy="521208"/>
          </a:xfrm>
          <a:prstGeom prst="rect">
            <a:avLst/>
          </a:prstGeom>
          <a:solidFill>
            <a:srgbClr val="EFF7FC">
              <a:alpha val="98000"/>
            </a:srgbClr>
          </a:solidFill>
          <a:ln w="7620">
            <a:solidFill>
              <a:srgbClr val="C9D8E4"/>
            </a:solidFill>
            <a:prstDash val="solid"/>
          </a:ln>
        </p:spPr>
      </p:sp>
      <p:sp>
        <p:nvSpPr>
          <p:cNvPr id="246" name="Text 244"/>
          <p:cNvSpPr/>
          <p:nvPr/>
        </p:nvSpPr>
        <p:spPr>
          <a:xfrm>
            <a:off x="6409944" y="4233672"/>
            <a:ext cx="4434840" cy="356616"/>
          </a:xfrm>
          <a:prstGeom prst="rect">
            <a:avLst/>
          </a:prstGeom>
          <a:noFill/>
          <a:ln/>
        </p:spPr>
        <p:txBody>
          <a:bodyPr wrap="square" lIns="635" tIns="635" rIns="635" bIns="635" rtlCol="0" anchor="ctr">
            <a:normAutofit/>
          </a:bodyPr>
          <a:lstStyle/>
          <a:p>
            <a:pPr marL="0" indent="0" algn="l">
              <a:lnSpc>
                <a:spcPct val="90000"/>
              </a:lnSpc>
              <a:buNone/>
            </a:pPr>
            <a:r>
              <a:rPr lang="en-US" sz="1300" dirty="0">
                <a:solidFill>
                  <a:srgbClr val="0B1F33"/>
                </a:solidFill>
                <a:latin typeface="Malgun Gothic" pitchFamily="34" charset="0"/>
                <a:ea typeface="Malgun Gothic" pitchFamily="34" charset="-122"/>
                <a:cs typeface="Malgun Gothic" pitchFamily="34" charset="-120"/>
              </a:rPr>
              <a:t>현장 아이디어로 시작</a:t>
            </a:r>
            <a:endParaRPr lang="en-US" sz="1300" dirty="0"/>
          </a:p>
        </p:txBody>
      </p:sp>
      <p:sp>
        <p:nvSpPr>
          <p:cNvPr id="247" name="Shape 245"/>
          <p:cNvSpPr/>
          <p:nvPr/>
        </p:nvSpPr>
        <p:spPr>
          <a:xfrm>
            <a:off x="11365992" y="1636776"/>
            <a:ext cx="292608" cy="3383280"/>
          </a:xfrm>
          <a:prstGeom prst="rightBracket">
            <a:avLst/>
          </a:prstGeom>
          <a:solidFill>
            <a:srgbClr val="EA6A1A">
              <a:alpha val="0"/>
            </a:srgbClr>
          </a:solidFill>
          <a:ln w="25400">
            <a:solidFill>
              <a:srgbClr val="EA6A1A"/>
            </a:solidFill>
            <a:prstDash val="solid"/>
          </a:ln>
        </p:spPr>
      </p:sp>
      <p:sp>
        <p:nvSpPr>
          <p:cNvPr id="248" name="Text 246"/>
          <p:cNvSpPr/>
          <p:nvPr/>
        </p:nvSpPr>
        <p:spPr>
          <a:xfrm>
            <a:off x="9765793" y="1965960"/>
            <a:ext cx="1856231" cy="2286000"/>
          </a:xfrm>
          <a:prstGeom prst="rect">
            <a:avLst/>
          </a:prstGeom>
          <a:noFill/>
          <a:ln/>
        </p:spPr>
        <p:txBody>
          <a:bodyPr wrap="square" lIns="635" tIns="635" rIns="635" bIns="635" rtlCol="0" anchor="ctr">
            <a:normAutofit/>
          </a:bodyPr>
          <a:lstStyle/>
          <a:p>
            <a:pPr marL="0" indent="0" algn="ctr">
              <a:lnSpc>
                <a:spcPct val="90000"/>
              </a:lnSpc>
              <a:buNone/>
            </a:pPr>
            <a:r>
              <a:rPr lang="en-US" sz="1800" b="1" dirty="0">
                <a:solidFill>
                  <a:srgbClr val="C95311"/>
                </a:solidFill>
                <a:latin typeface="Malgun Gothic" pitchFamily="34" charset="0"/>
                <a:ea typeface="Malgun Gothic" pitchFamily="34" charset="-122"/>
                <a:cs typeface="Malgun Gothic" pitchFamily="34" charset="-120"/>
              </a:rPr>
              <a:t>학교 공무원은</a:t>
            </a:r>
            <a:endParaRPr lang="en-US" sz="1800" dirty="0"/>
          </a:p>
          <a:p>
            <a:pPr marL="0" indent="0" algn="ctr">
              <a:lnSpc>
                <a:spcPct val="90000"/>
              </a:lnSpc>
              <a:buNone/>
            </a:pPr>
            <a:r>
              <a:rPr lang="en-US" sz="1800" b="1" dirty="0">
                <a:solidFill>
                  <a:srgbClr val="C95311"/>
                </a:solidFill>
                <a:latin typeface="Malgun Gothic" pitchFamily="34" charset="0"/>
                <a:ea typeface="Malgun Gothic" pitchFamily="34" charset="-122"/>
                <a:cs typeface="Malgun Gothic" pitchFamily="34" charset="-120"/>
              </a:rPr>
              <a:t>학교 행정 문제의</a:t>
            </a:r>
            <a:endParaRPr lang="en-US" sz="1800" dirty="0"/>
          </a:p>
          <a:p>
            <a:pPr marL="0" indent="0" algn="ctr">
              <a:lnSpc>
                <a:spcPct val="90000"/>
              </a:lnSpc>
              <a:buNone/>
            </a:pPr>
            <a:r>
              <a:rPr lang="en-US" sz="1800" b="1" dirty="0">
                <a:solidFill>
                  <a:srgbClr val="C95311"/>
                </a:solidFill>
                <a:latin typeface="Malgun Gothic" pitchFamily="34" charset="0"/>
                <a:ea typeface="Malgun Gothic" pitchFamily="34" charset="-122"/>
                <a:cs typeface="Malgun Gothic" pitchFamily="34" charset="-120"/>
              </a:rPr>
              <a:t>도메인 전문가</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Glossary / Admin Analogies</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04</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낯선 개발 용어는 행정업무 비유로 바꾸면 이해된다.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용어 지도</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바이브 코딩 전 알아야 할 용어들</a:t>
            </a:r>
            <a:endParaRPr lang="en-US" sz="2900" dirty="0"/>
          </a:p>
        </p:txBody>
      </p:sp>
      <p:sp>
        <p:nvSpPr>
          <p:cNvPr id="215" name="Shape 213"/>
          <p:cNvSpPr/>
          <p:nvPr/>
        </p:nvSpPr>
        <p:spPr>
          <a:xfrm>
            <a:off x="713232" y="1600200"/>
            <a:ext cx="2761488" cy="603504"/>
          </a:xfrm>
          <a:prstGeom prst="rect">
            <a:avLst/>
          </a:prstGeom>
          <a:solidFill>
            <a:srgbClr val="EFF7FC"/>
          </a:solidFill>
          <a:ln w="10160">
            <a:solidFill>
              <a:srgbClr val="C9D8E4"/>
            </a:solidFill>
            <a:prstDash val="solid"/>
          </a:ln>
        </p:spPr>
      </p:sp>
      <p:sp>
        <p:nvSpPr>
          <p:cNvPr id="216" name="Text 214"/>
          <p:cNvSpPr/>
          <p:nvPr/>
        </p:nvSpPr>
        <p:spPr>
          <a:xfrm>
            <a:off x="822960" y="1691640"/>
            <a:ext cx="841248" cy="182880"/>
          </a:xfrm>
          <a:prstGeom prst="rect">
            <a:avLst/>
          </a:prstGeom>
          <a:noFill/>
          <a:ln/>
        </p:spPr>
        <p:txBody>
          <a:bodyPr wrap="square" lIns="635" tIns="635" rIns="635" bIns="635" rtlCol="0" anchor="t">
            <a:normAutofit/>
          </a:bodyPr>
          <a:lstStyle/>
          <a:p>
            <a:pPr marL="0" indent="0" algn="l">
              <a:lnSpc>
                <a:spcPct val="90000"/>
              </a:lnSpc>
              <a:buNone/>
            </a:pPr>
            <a:r>
              <a:rPr lang="en-US" sz="1250" b="1" dirty="0">
                <a:solidFill>
                  <a:srgbClr val="C95311"/>
                </a:solidFill>
                <a:latin typeface="Malgun Gothic" pitchFamily="34" charset="0"/>
                <a:ea typeface="Malgun Gothic" pitchFamily="34" charset="-122"/>
                <a:cs typeface="Malgun Gothic" pitchFamily="34" charset="-120"/>
              </a:rPr>
              <a:t>Codex</a:t>
            </a:r>
            <a:endParaRPr lang="en-US" sz="1250" dirty="0"/>
          </a:p>
        </p:txBody>
      </p:sp>
      <p:sp>
        <p:nvSpPr>
          <p:cNvPr id="217" name="Text 215"/>
          <p:cNvSpPr/>
          <p:nvPr/>
        </p:nvSpPr>
        <p:spPr>
          <a:xfrm>
            <a:off x="1719072" y="1691640"/>
            <a:ext cx="1627632" cy="310896"/>
          </a:xfrm>
          <a:prstGeom prst="rect">
            <a:avLst/>
          </a:prstGeom>
          <a:noFill/>
          <a:ln/>
        </p:spPr>
        <p:txBody>
          <a:bodyPr wrap="square" lIns="635" tIns="635" rIns="635" bIns="635" rtlCol="0" anchor="ctr">
            <a:normAutofit/>
          </a:bodyPr>
          <a:lstStyle/>
          <a:p>
            <a:pPr marL="0" indent="0" algn="l">
              <a:lnSpc>
                <a:spcPct val="90000"/>
              </a:lnSpc>
              <a:buNone/>
            </a:pPr>
            <a:r>
              <a:rPr lang="en-US" sz="1200" b="1" dirty="0">
                <a:solidFill>
                  <a:srgbClr val="0B1F33"/>
                </a:solidFill>
                <a:latin typeface="Malgun Gothic" pitchFamily="34" charset="0"/>
                <a:ea typeface="Malgun Gothic" pitchFamily="34" charset="-122"/>
                <a:cs typeface="Malgun Gothic" pitchFamily="34" charset="-120"/>
              </a:rPr>
              <a:t>AI 개발팀원</a:t>
            </a:r>
            <a:endParaRPr lang="en-US" sz="1200" dirty="0"/>
          </a:p>
        </p:txBody>
      </p:sp>
      <p:sp>
        <p:nvSpPr>
          <p:cNvPr id="218" name="Shape 216"/>
          <p:cNvSpPr/>
          <p:nvPr/>
        </p:nvSpPr>
        <p:spPr>
          <a:xfrm>
            <a:off x="3566160" y="1600200"/>
            <a:ext cx="2761488" cy="603504"/>
          </a:xfrm>
          <a:prstGeom prst="rect">
            <a:avLst/>
          </a:prstGeom>
          <a:solidFill>
            <a:srgbClr val="FFFFFF"/>
          </a:solidFill>
          <a:ln w="10160">
            <a:solidFill>
              <a:srgbClr val="C9D8E4"/>
            </a:solidFill>
            <a:prstDash val="solid"/>
          </a:ln>
        </p:spPr>
      </p:sp>
      <p:sp>
        <p:nvSpPr>
          <p:cNvPr id="219" name="Text 217"/>
          <p:cNvSpPr/>
          <p:nvPr/>
        </p:nvSpPr>
        <p:spPr>
          <a:xfrm>
            <a:off x="3675888" y="1691640"/>
            <a:ext cx="841248" cy="182880"/>
          </a:xfrm>
          <a:prstGeom prst="rect">
            <a:avLst/>
          </a:prstGeom>
          <a:noFill/>
          <a:ln/>
        </p:spPr>
        <p:txBody>
          <a:bodyPr wrap="square" lIns="635" tIns="635" rIns="635" bIns="635" rtlCol="0" anchor="t">
            <a:normAutofit/>
          </a:bodyPr>
          <a:lstStyle/>
          <a:p>
            <a:pPr marL="0" indent="0" algn="l">
              <a:lnSpc>
                <a:spcPct val="90000"/>
              </a:lnSpc>
              <a:buNone/>
            </a:pPr>
            <a:r>
              <a:rPr lang="en-US" sz="1250" b="1" dirty="0">
                <a:solidFill>
                  <a:srgbClr val="C95311"/>
                </a:solidFill>
                <a:latin typeface="Malgun Gothic" pitchFamily="34" charset="0"/>
                <a:ea typeface="Malgun Gothic" pitchFamily="34" charset="-122"/>
                <a:cs typeface="Malgun Gothic" pitchFamily="34" charset="-120"/>
              </a:rPr>
              <a:t>Prompt</a:t>
            </a:r>
            <a:endParaRPr lang="en-US" sz="1250" dirty="0"/>
          </a:p>
        </p:txBody>
      </p:sp>
      <p:sp>
        <p:nvSpPr>
          <p:cNvPr id="220" name="Text 218"/>
          <p:cNvSpPr/>
          <p:nvPr/>
        </p:nvSpPr>
        <p:spPr>
          <a:xfrm>
            <a:off x="4572000" y="1691640"/>
            <a:ext cx="1627632" cy="310896"/>
          </a:xfrm>
          <a:prstGeom prst="rect">
            <a:avLst/>
          </a:prstGeom>
          <a:noFill/>
          <a:ln/>
        </p:spPr>
        <p:txBody>
          <a:bodyPr wrap="square" lIns="635" tIns="635" rIns="635" bIns="635" rtlCol="0" anchor="ctr">
            <a:normAutofit/>
          </a:bodyPr>
          <a:lstStyle/>
          <a:p>
            <a:pPr marL="0" indent="0" algn="l">
              <a:lnSpc>
                <a:spcPct val="90000"/>
              </a:lnSpc>
              <a:buNone/>
            </a:pPr>
            <a:r>
              <a:rPr lang="en-US" sz="1200" b="1" dirty="0">
                <a:solidFill>
                  <a:srgbClr val="0B1F33"/>
                </a:solidFill>
                <a:latin typeface="Malgun Gothic" pitchFamily="34" charset="0"/>
                <a:ea typeface="Malgun Gothic" pitchFamily="34" charset="-122"/>
                <a:cs typeface="Malgun Gothic" pitchFamily="34" charset="-120"/>
              </a:rPr>
              <a:t>업무 지시서</a:t>
            </a:r>
            <a:endParaRPr lang="en-US" sz="1200" dirty="0"/>
          </a:p>
        </p:txBody>
      </p:sp>
      <p:sp>
        <p:nvSpPr>
          <p:cNvPr id="221" name="Shape 219"/>
          <p:cNvSpPr/>
          <p:nvPr/>
        </p:nvSpPr>
        <p:spPr>
          <a:xfrm>
            <a:off x="6419088" y="1600200"/>
            <a:ext cx="2761488" cy="603504"/>
          </a:xfrm>
          <a:prstGeom prst="rect">
            <a:avLst/>
          </a:prstGeom>
          <a:solidFill>
            <a:srgbClr val="EFF7FC"/>
          </a:solidFill>
          <a:ln w="10160">
            <a:solidFill>
              <a:srgbClr val="C9D8E4"/>
            </a:solidFill>
            <a:prstDash val="solid"/>
          </a:ln>
        </p:spPr>
      </p:sp>
      <p:sp>
        <p:nvSpPr>
          <p:cNvPr id="222" name="Text 220"/>
          <p:cNvSpPr/>
          <p:nvPr/>
        </p:nvSpPr>
        <p:spPr>
          <a:xfrm>
            <a:off x="6528816" y="1691640"/>
            <a:ext cx="841248" cy="182880"/>
          </a:xfrm>
          <a:prstGeom prst="rect">
            <a:avLst/>
          </a:prstGeom>
          <a:noFill/>
          <a:ln/>
        </p:spPr>
        <p:txBody>
          <a:bodyPr wrap="square" lIns="635" tIns="635" rIns="635" bIns="635" rtlCol="0" anchor="t">
            <a:normAutofit/>
          </a:bodyPr>
          <a:lstStyle/>
          <a:p>
            <a:pPr marL="0" indent="0" algn="l">
              <a:lnSpc>
                <a:spcPct val="90000"/>
              </a:lnSpc>
              <a:buNone/>
            </a:pPr>
            <a:r>
              <a:rPr lang="en-US" sz="1250" b="1" dirty="0">
                <a:solidFill>
                  <a:srgbClr val="C95311"/>
                </a:solidFill>
                <a:latin typeface="Malgun Gothic" pitchFamily="34" charset="0"/>
                <a:ea typeface="Malgun Gothic" pitchFamily="34" charset="-122"/>
                <a:cs typeface="Malgun Gothic" pitchFamily="34" charset="-120"/>
              </a:rPr>
              <a:t>GitHub</a:t>
            </a:r>
            <a:endParaRPr lang="en-US" sz="1250" dirty="0"/>
          </a:p>
        </p:txBody>
      </p:sp>
      <p:sp>
        <p:nvSpPr>
          <p:cNvPr id="223" name="Text 221"/>
          <p:cNvSpPr/>
          <p:nvPr/>
        </p:nvSpPr>
        <p:spPr>
          <a:xfrm>
            <a:off x="7424928" y="1691640"/>
            <a:ext cx="1627632" cy="310896"/>
          </a:xfrm>
          <a:prstGeom prst="rect">
            <a:avLst/>
          </a:prstGeom>
          <a:noFill/>
          <a:ln/>
        </p:spPr>
        <p:txBody>
          <a:bodyPr wrap="square" lIns="635" tIns="635" rIns="635" bIns="635" rtlCol="0" anchor="ctr">
            <a:normAutofit/>
          </a:bodyPr>
          <a:lstStyle/>
          <a:p>
            <a:pPr marL="0" indent="0" algn="l">
              <a:lnSpc>
                <a:spcPct val="90000"/>
              </a:lnSpc>
              <a:buNone/>
            </a:pPr>
            <a:r>
              <a:rPr lang="en-US" sz="1200" b="1" dirty="0">
                <a:solidFill>
                  <a:srgbClr val="0B1F33"/>
                </a:solidFill>
                <a:latin typeface="Malgun Gothic" pitchFamily="34" charset="0"/>
                <a:ea typeface="Malgun Gothic" pitchFamily="34" charset="-122"/>
                <a:cs typeface="Malgun Gothic" pitchFamily="34" charset="-120"/>
              </a:rPr>
              <a:t>소스코드 문서고</a:t>
            </a:r>
            <a:endParaRPr lang="en-US" sz="1200" dirty="0"/>
          </a:p>
        </p:txBody>
      </p:sp>
      <p:sp>
        <p:nvSpPr>
          <p:cNvPr id="224" name="Shape 222"/>
          <p:cNvSpPr/>
          <p:nvPr/>
        </p:nvSpPr>
        <p:spPr>
          <a:xfrm>
            <a:off x="9272016" y="1600200"/>
            <a:ext cx="2386582" cy="603504"/>
          </a:xfrm>
          <a:prstGeom prst="rect">
            <a:avLst/>
          </a:prstGeom>
          <a:solidFill>
            <a:srgbClr val="FFFFFF"/>
          </a:solidFill>
          <a:ln w="10160">
            <a:solidFill>
              <a:srgbClr val="C9D8E4"/>
            </a:solidFill>
            <a:prstDash val="solid"/>
          </a:ln>
        </p:spPr>
      </p:sp>
      <p:sp>
        <p:nvSpPr>
          <p:cNvPr id="225" name="Text 223"/>
          <p:cNvSpPr/>
          <p:nvPr/>
        </p:nvSpPr>
        <p:spPr>
          <a:xfrm>
            <a:off x="9381744" y="1691640"/>
            <a:ext cx="841248" cy="182880"/>
          </a:xfrm>
          <a:prstGeom prst="rect">
            <a:avLst/>
          </a:prstGeom>
          <a:noFill/>
          <a:ln/>
        </p:spPr>
        <p:txBody>
          <a:bodyPr wrap="square" lIns="635" tIns="635" rIns="635" bIns="635" rtlCol="0" anchor="t">
            <a:normAutofit/>
          </a:bodyPr>
          <a:lstStyle/>
          <a:p>
            <a:pPr marL="0" indent="0" algn="l">
              <a:lnSpc>
                <a:spcPct val="90000"/>
              </a:lnSpc>
              <a:buNone/>
            </a:pPr>
            <a:r>
              <a:rPr lang="en-US" sz="1250" b="1" dirty="0">
                <a:solidFill>
                  <a:srgbClr val="C95311"/>
                </a:solidFill>
                <a:latin typeface="Malgun Gothic" pitchFamily="34" charset="0"/>
                <a:ea typeface="Malgun Gothic" pitchFamily="34" charset="-122"/>
                <a:cs typeface="Malgun Gothic" pitchFamily="34" charset="-120"/>
              </a:rPr>
              <a:t>Commit</a:t>
            </a:r>
            <a:endParaRPr lang="en-US" sz="1250" dirty="0"/>
          </a:p>
        </p:txBody>
      </p:sp>
      <p:sp>
        <p:nvSpPr>
          <p:cNvPr id="226" name="Text 224"/>
          <p:cNvSpPr/>
          <p:nvPr/>
        </p:nvSpPr>
        <p:spPr>
          <a:xfrm>
            <a:off x="10277856" y="1691640"/>
            <a:ext cx="1627632" cy="310896"/>
          </a:xfrm>
          <a:prstGeom prst="rect">
            <a:avLst/>
          </a:prstGeom>
          <a:noFill/>
          <a:ln/>
        </p:spPr>
        <p:txBody>
          <a:bodyPr wrap="square" lIns="635" tIns="635" rIns="635" bIns="635" rtlCol="0" anchor="ctr">
            <a:normAutofit/>
          </a:bodyPr>
          <a:lstStyle/>
          <a:p>
            <a:pPr marL="0" indent="0" algn="l">
              <a:lnSpc>
                <a:spcPct val="90000"/>
              </a:lnSpc>
              <a:buNone/>
            </a:pPr>
            <a:r>
              <a:rPr lang="en-US" sz="1200" b="1" dirty="0">
                <a:solidFill>
                  <a:srgbClr val="0B1F33"/>
                </a:solidFill>
                <a:latin typeface="Malgun Gothic" pitchFamily="34" charset="0"/>
                <a:ea typeface="Malgun Gothic" pitchFamily="34" charset="-122"/>
                <a:cs typeface="Malgun Gothic" pitchFamily="34" charset="-120"/>
              </a:rPr>
              <a:t>중간 결재 기록</a:t>
            </a:r>
            <a:endParaRPr lang="en-US" sz="1200" dirty="0"/>
          </a:p>
        </p:txBody>
      </p:sp>
      <p:sp>
        <p:nvSpPr>
          <p:cNvPr id="227" name="Shape 225"/>
          <p:cNvSpPr/>
          <p:nvPr/>
        </p:nvSpPr>
        <p:spPr>
          <a:xfrm>
            <a:off x="713232" y="2386584"/>
            <a:ext cx="2761488" cy="603504"/>
          </a:xfrm>
          <a:prstGeom prst="rect">
            <a:avLst/>
          </a:prstGeom>
          <a:solidFill>
            <a:srgbClr val="EFF7FC"/>
          </a:solidFill>
          <a:ln w="10160">
            <a:solidFill>
              <a:srgbClr val="C9D8E4"/>
            </a:solidFill>
            <a:prstDash val="solid"/>
          </a:ln>
        </p:spPr>
      </p:sp>
      <p:sp>
        <p:nvSpPr>
          <p:cNvPr id="228" name="Text 226"/>
          <p:cNvSpPr/>
          <p:nvPr/>
        </p:nvSpPr>
        <p:spPr>
          <a:xfrm>
            <a:off x="822960" y="2478024"/>
            <a:ext cx="841248" cy="182880"/>
          </a:xfrm>
          <a:prstGeom prst="rect">
            <a:avLst/>
          </a:prstGeom>
          <a:noFill/>
          <a:ln/>
        </p:spPr>
        <p:txBody>
          <a:bodyPr wrap="square" lIns="635" tIns="635" rIns="635" bIns="635" rtlCol="0" anchor="t">
            <a:normAutofit/>
          </a:bodyPr>
          <a:lstStyle/>
          <a:p>
            <a:pPr marL="0" indent="0" algn="l">
              <a:lnSpc>
                <a:spcPct val="90000"/>
              </a:lnSpc>
              <a:buNone/>
            </a:pPr>
            <a:r>
              <a:rPr lang="en-US" sz="1250" b="1" dirty="0">
                <a:solidFill>
                  <a:srgbClr val="C95311"/>
                </a:solidFill>
                <a:latin typeface="Malgun Gothic" pitchFamily="34" charset="0"/>
                <a:ea typeface="Malgun Gothic" pitchFamily="34" charset="-122"/>
                <a:cs typeface="Malgun Gothic" pitchFamily="34" charset="-120"/>
              </a:rPr>
              <a:t>Push</a:t>
            </a:r>
            <a:endParaRPr lang="en-US" sz="1250" dirty="0"/>
          </a:p>
        </p:txBody>
      </p:sp>
      <p:sp>
        <p:nvSpPr>
          <p:cNvPr id="229" name="Text 227"/>
          <p:cNvSpPr/>
          <p:nvPr/>
        </p:nvSpPr>
        <p:spPr>
          <a:xfrm>
            <a:off x="1719072" y="2478024"/>
            <a:ext cx="1627632" cy="310896"/>
          </a:xfrm>
          <a:prstGeom prst="rect">
            <a:avLst/>
          </a:prstGeom>
          <a:noFill/>
          <a:ln/>
        </p:spPr>
        <p:txBody>
          <a:bodyPr wrap="square" lIns="635" tIns="635" rIns="635" bIns="635" rtlCol="0" anchor="ctr">
            <a:normAutofit/>
          </a:bodyPr>
          <a:lstStyle/>
          <a:p>
            <a:pPr marL="0" indent="0" algn="l">
              <a:lnSpc>
                <a:spcPct val="90000"/>
              </a:lnSpc>
              <a:buNone/>
            </a:pPr>
            <a:r>
              <a:rPr lang="en-US" sz="1200" b="1" dirty="0">
                <a:solidFill>
                  <a:srgbClr val="0B1F33"/>
                </a:solidFill>
                <a:latin typeface="Malgun Gothic" pitchFamily="34" charset="0"/>
                <a:ea typeface="Malgun Gothic" pitchFamily="34" charset="-122"/>
                <a:cs typeface="Malgun Gothic" pitchFamily="34" charset="-120"/>
              </a:rPr>
              <a:t>문서고에 올리기</a:t>
            </a:r>
            <a:endParaRPr lang="en-US" sz="1200" dirty="0"/>
          </a:p>
        </p:txBody>
      </p:sp>
      <p:sp>
        <p:nvSpPr>
          <p:cNvPr id="230" name="Shape 228"/>
          <p:cNvSpPr/>
          <p:nvPr/>
        </p:nvSpPr>
        <p:spPr>
          <a:xfrm>
            <a:off x="3566160" y="2386584"/>
            <a:ext cx="2761488" cy="603504"/>
          </a:xfrm>
          <a:prstGeom prst="rect">
            <a:avLst/>
          </a:prstGeom>
          <a:solidFill>
            <a:srgbClr val="FFFFFF"/>
          </a:solidFill>
          <a:ln w="10160">
            <a:solidFill>
              <a:srgbClr val="C9D8E4"/>
            </a:solidFill>
            <a:prstDash val="solid"/>
          </a:ln>
        </p:spPr>
      </p:sp>
      <p:sp>
        <p:nvSpPr>
          <p:cNvPr id="231" name="Text 229"/>
          <p:cNvSpPr/>
          <p:nvPr/>
        </p:nvSpPr>
        <p:spPr>
          <a:xfrm>
            <a:off x="3675888" y="2478024"/>
            <a:ext cx="841248" cy="182880"/>
          </a:xfrm>
          <a:prstGeom prst="rect">
            <a:avLst/>
          </a:prstGeom>
          <a:noFill/>
          <a:ln/>
        </p:spPr>
        <p:txBody>
          <a:bodyPr wrap="square" lIns="635" tIns="635" rIns="635" bIns="635" rtlCol="0" anchor="t">
            <a:normAutofit/>
          </a:bodyPr>
          <a:lstStyle/>
          <a:p>
            <a:pPr marL="0" indent="0" algn="l">
              <a:lnSpc>
                <a:spcPct val="90000"/>
              </a:lnSpc>
              <a:buNone/>
            </a:pPr>
            <a:r>
              <a:rPr lang="en-US" sz="1250" b="1" dirty="0">
                <a:solidFill>
                  <a:srgbClr val="C95311"/>
                </a:solidFill>
                <a:latin typeface="Malgun Gothic" pitchFamily="34" charset="0"/>
                <a:ea typeface="Malgun Gothic" pitchFamily="34" charset="-122"/>
                <a:cs typeface="Malgun Gothic" pitchFamily="34" charset="-120"/>
              </a:rPr>
              <a:t>Branch</a:t>
            </a:r>
            <a:endParaRPr lang="en-US" sz="1250" dirty="0"/>
          </a:p>
        </p:txBody>
      </p:sp>
      <p:sp>
        <p:nvSpPr>
          <p:cNvPr id="232" name="Text 230"/>
          <p:cNvSpPr/>
          <p:nvPr/>
        </p:nvSpPr>
        <p:spPr>
          <a:xfrm>
            <a:off x="4572000" y="2478024"/>
            <a:ext cx="1627632" cy="310896"/>
          </a:xfrm>
          <a:prstGeom prst="rect">
            <a:avLst/>
          </a:prstGeom>
          <a:noFill/>
          <a:ln/>
        </p:spPr>
        <p:txBody>
          <a:bodyPr wrap="square" lIns="635" tIns="635" rIns="635" bIns="635" rtlCol="0" anchor="ctr">
            <a:normAutofit/>
          </a:bodyPr>
          <a:lstStyle/>
          <a:p>
            <a:pPr marL="0" indent="0" algn="l">
              <a:lnSpc>
                <a:spcPct val="90000"/>
              </a:lnSpc>
              <a:buNone/>
            </a:pPr>
            <a:r>
              <a:rPr lang="en-US" sz="1200" b="1" dirty="0">
                <a:solidFill>
                  <a:srgbClr val="0B1F33"/>
                </a:solidFill>
                <a:latin typeface="Malgun Gothic" pitchFamily="34" charset="0"/>
                <a:ea typeface="Malgun Gothic" pitchFamily="34" charset="-122"/>
                <a:cs typeface="Malgun Gothic" pitchFamily="34" charset="-120"/>
              </a:rPr>
              <a:t>수정 작업본</a:t>
            </a:r>
            <a:endParaRPr lang="en-US" sz="1200" dirty="0"/>
          </a:p>
        </p:txBody>
      </p:sp>
      <p:sp>
        <p:nvSpPr>
          <p:cNvPr id="233" name="Shape 231"/>
          <p:cNvSpPr/>
          <p:nvPr/>
        </p:nvSpPr>
        <p:spPr>
          <a:xfrm>
            <a:off x="6419088" y="2386584"/>
            <a:ext cx="2761488" cy="603504"/>
          </a:xfrm>
          <a:prstGeom prst="rect">
            <a:avLst/>
          </a:prstGeom>
          <a:solidFill>
            <a:srgbClr val="EFF7FC"/>
          </a:solidFill>
          <a:ln w="10160">
            <a:solidFill>
              <a:srgbClr val="C9D8E4"/>
            </a:solidFill>
            <a:prstDash val="solid"/>
          </a:ln>
        </p:spPr>
      </p:sp>
      <p:sp>
        <p:nvSpPr>
          <p:cNvPr id="234" name="Text 232"/>
          <p:cNvSpPr/>
          <p:nvPr/>
        </p:nvSpPr>
        <p:spPr>
          <a:xfrm>
            <a:off x="6528816" y="2478024"/>
            <a:ext cx="841248" cy="182880"/>
          </a:xfrm>
          <a:prstGeom prst="rect">
            <a:avLst/>
          </a:prstGeom>
          <a:noFill/>
          <a:ln/>
        </p:spPr>
        <p:txBody>
          <a:bodyPr wrap="square" lIns="635" tIns="635" rIns="635" bIns="635" rtlCol="0" anchor="t">
            <a:normAutofit/>
          </a:bodyPr>
          <a:lstStyle/>
          <a:p>
            <a:pPr marL="0" indent="0" algn="l">
              <a:lnSpc>
                <a:spcPct val="90000"/>
              </a:lnSpc>
              <a:buNone/>
            </a:pPr>
            <a:r>
              <a:rPr lang="en-US" sz="1250" b="1" dirty="0">
                <a:solidFill>
                  <a:srgbClr val="C95311"/>
                </a:solidFill>
                <a:latin typeface="Malgun Gothic" pitchFamily="34" charset="0"/>
                <a:ea typeface="Malgun Gothic" pitchFamily="34" charset="-122"/>
                <a:cs typeface="Malgun Gothic" pitchFamily="34" charset="-120"/>
              </a:rPr>
              <a:t>Vercel</a:t>
            </a:r>
            <a:endParaRPr lang="en-US" sz="1250" dirty="0"/>
          </a:p>
        </p:txBody>
      </p:sp>
      <p:sp>
        <p:nvSpPr>
          <p:cNvPr id="235" name="Text 233"/>
          <p:cNvSpPr/>
          <p:nvPr/>
        </p:nvSpPr>
        <p:spPr>
          <a:xfrm>
            <a:off x="7424928" y="2478024"/>
            <a:ext cx="1627632" cy="310896"/>
          </a:xfrm>
          <a:prstGeom prst="rect">
            <a:avLst/>
          </a:prstGeom>
          <a:noFill/>
          <a:ln/>
        </p:spPr>
        <p:txBody>
          <a:bodyPr wrap="square" lIns="635" tIns="635" rIns="635" bIns="635" rtlCol="0" anchor="ctr">
            <a:normAutofit/>
          </a:bodyPr>
          <a:lstStyle/>
          <a:p>
            <a:pPr marL="0" indent="0" algn="l">
              <a:lnSpc>
                <a:spcPct val="90000"/>
              </a:lnSpc>
              <a:buNone/>
            </a:pPr>
            <a:r>
              <a:rPr lang="en-US" sz="1200" b="1" dirty="0">
                <a:solidFill>
                  <a:srgbClr val="0B1F33"/>
                </a:solidFill>
                <a:latin typeface="Malgun Gothic" pitchFamily="34" charset="0"/>
                <a:ea typeface="Malgun Gothic" pitchFamily="34" charset="-122"/>
                <a:cs typeface="Malgun Gothic" pitchFamily="34" charset="-120"/>
              </a:rPr>
              <a:t>웹 공개 게시대</a:t>
            </a:r>
            <a:endParaRPr lang="en-US" sz="1200" dirty="0"/>
          </a:p>
        </p:txBody>
      </p:sp>
      <p:sp>
        <p:nvSpPr>
          <p:cNvPr id="236" name="Shape 234"/>
          <p:cNvSpPr/>
          <p:nvPr/>
        </p:nvSpPr>
        <p:spPr>
          <a:xfrm>
            <a:off x="9272016" y="2386584"/>
            <a:ext cx="2386581" cy="603504"/>
          </a:xfrm>
          <a:prstGeom prst="rect">
            <a:avLst/>
          </a:prstGeom>
          <a:solidFill>
            <a:srgbClr val="FFFFFF"/>
          </a:solidFill>
          <a:ln w="10160">
            <a:solidFill>
              <a:srgbClr val="C9D8E4"/>
            </a:solidFill>
            <a:prstDash val="solid"/>
          </a:ln>
        </p:spPr>
      </p:sp>
      <p:sp>
        <p:nvSpPr>
          <p:cNvPr id="237" name="Text 235"/>
          <p:cNvSpPr/>
          <p:nvPr/>
        </p:nvSpPr>
        <p:spPr>
          <a:xfrm>
            <a:off x="9381744" y="2478024"/>
            <a:ext cx="841248" cy="182880"/>
          </a:xfrm>
          <a:prstGeom prst="rect">
            <a:avLst/>
          </a:prstGeom>
          <a:noFill/>
          <a:ln/>
        </p:spPr>
        <p:txBody>
          <a:bodyPr wrap="square" lIns="635" tIns="635" rIns="635" bIns="635" rtlCol="0" anchor="t">
            <a:normAutofit/>
          </a:bodyPr>
          <a:lstStyle/>
          <a:p>
            <a:pPr marL="0" indent="0" algn="l">
              <a:lnSpc>
                <a:spcPct val="90000"/>
              </a:lnSpc>
              <a:buNone/>
            </a:pPr>
            <a:r>
              <a:rPr lang="en-US" sz="1250" b="1" dirty="0">
                <a:solidFill>
                  <a:srgbClr val="C95311"/>
                </a:solidFill>
                <a:latin typeface="Malgun Gothic" pitchFamily="34" charset="0"/>
                <a:ea typeface="Malgun Gothic" pitchFamily="34" charset="-122"/>
                <a:cs typeface="Malgun Gothic" pitchFamily="34" charset="-120"/>
              </a:rPr>
              <a:t>API</a:t>
            </a:r>
            <a:endParaRPr lang="en-US" sz="1250" dirty="0"/>
          </a:p>
        </p:txBody>
      </p:sp>
      <p:sp>
        <p:nvSpPr>
          <p:cNvPr id="238" name="Text 236"/>
          <p:cNvSpPr/>
          <p:nvPr/>
        </p:nvSpPr>
        <p:spPr>
          <a:xfrm>
            <a:off x="10277856" y="2478024"/>
            <a:ext cx="1627632" cy="310896"/>
          </a:xfrm>
          <a:prstGeom prst="rect">
            <a:avLst/>
          </a:prstGeom>
          <a:noFill/>
          <a:ln/>
        </p:spPr>
        <p:txBody>
          <a:bodyPr wrap="square" lIns="635" tIns="635" rIns="635" bIns="635" rtlCol="0" anchor="ctr">
            <a:normAutofit/>
          </a:bodyPr>
          <a:lstStyle/>
          <a:p>
            <a:pPr marL="0" indent="0" algn="l">
              <a:lnSpc>
                <a:spcPct val="90000"/>
              </a:lnSpc>
              <a:buNone/>
            </a:pPr>
            <a:r>
              <a:rPr lang="en-US" sz="1200" b="1" dirty="0">
                <a:solidFill>
                  <a:srgbClr val="0B1F33"/>
                </a:solidFill>
                <a:latin typeface="Malgun Gothic" pitchFamily="34" charset="0"/>
                <a:ea typeface="Malgun Gothic" pitchFamily="34" charset="-122"/>
                <a:cs typeface="Malgun Gothic" pitchFamily="34" charset="-120"/>
              </a:rPr>
              <a:t>정해진 요청 창구</a:t>
            </a:r>
            <a:endParaRPr lang="en-US" sz="1200" dirty="0"/>
          </a:p>
        </p:txBody>
      </p:sp>
      <p:sp>
        <p:nvSpPr>
          <p:cNvPr id="239" name="Shape 237"/>
          <p:cNvSpPr/>
          <p:nvPr/>
        </p:nvSpPr>
        <p:spPr>
          <a:xfrm>
            <a:off x="713232" y="3172968"/>
            <a:ext cx="2761488" cy="603504"/>
          </a:xfrm>
          <a:prstGeom prst="rect">
            <a:avLst/>
          </a:prstGeom>
          <a:solidFill>
            <a:srgbClr val="EFF7FC"/>
          </a:solidFill>
          <a:ln w="10160">
            <a:solidFill>
              <a:srgbClr val="C9D8E4"/>
            </a:solidFill>
            <a:prstDash val="solid"/>
          </a:ln>
        </p:spPr>
      </p:sp>
      <p:sp>
        <p:nvSpPr>
          <p:cNvPr id="240" name="Text 238"/>
          <p:cNvSpPr/>
          <p:nvPr/>
        </p:nvSpPr>
        <p:spPr>
          <a:xfrm>
            <a:off x="822960" y="3264408"/>
            <a:ext cx="841248" cy="182880"/>
          </a:xfrm>
          <a:prstGeom prst="rect">
            <a:avLst/>
          </a:prstGeom>
          <a:noFill/>
          <a:ln/>
        </p:spPr>
        <p:txBody>
          <a:bodyPr wrap="square" lIns="635" tIns="635" rIns="635" bIns="635" rtlCol="0" anchor="t">
            <a:normAutofit/>
          </a:bodyPr>
          <a:lstStyle/>
          <a:p>
            <a:pPr marL="0" indent="0" algn="l">
              <a:lnSpc>
                <a:spcPct val="90000"/>
              </a:lnSpc>
              <a:buNone/>
            </a:pPr>
            <a:r>
              <a:rPr lang="en-US" sz="1250" b="1" dirty="0">
                <a:solidFill>
                  <a:srgbClr val="C95311"/>
                </a:solidFill>
                <a:latin typeface="Malgun Gothic" pitchFamily="34" charset="0"/>
                <a:ea typeface="Malgun Gothic" pitchFamily="34" charset="-122"/>
                <a:cs typeface="Malgun Gothic" pitchFamily="34" charset="-120"/>
              </a:rPr>
              <a:t>MCP</a:t>
            </a:r>
            <a:endParaRPr lang="en-US" sz="1250" dirty="0"/>
          </a:p>
        </p:txBody>
      </p:sp>
      <p:sp>
        <p:nvSpPr>
          <p:cNvPr id="241" name="Text 239"/>
          <p:cNvSpPr/>
          <p:nvPr/>
        </p:nvSpPr>
        <p:spPr>
          <a:xfrm>
            <a:off x="1719072" y="3264408"/>
            <a:ext cx="1627632" cy="310896"/>
          </a:xfrm>
          <a:prstGeom prst="rect">
            <a:avLst/>
          </a:prstGeom>
          <a:noFill/>
          <a:ln/>
        </p:spPr>
        <p:txBody>
          <a:bodyPr wrap="square" lIns="635" tIns="635" rIns="635" bIns="635" rtlCol="0" anchor="ctr">
            <a:normAutofit/>
          </a:bodyPr>
          <a:lstStyle/>
          <a:p>
            <a:pPr marL="0" indent="0" algn="l">
              <a:lnSpc>
                <a:spcPct val="90000"/>
              </a:lnSpc>
              <a:buNone/>
            </a:pPr>
            <a:r>
              <a:rPr lang="en-US" sz="1200" b="1" dirty="0">
                <a:solidFill>
                  <a:srgbClr val="0B1F33"/>
                </a:solidFill>
                <a:latin typeface="Malgun Gothic" pitchFamily="34" charset="0"/>
                <a:ea typeface="Malgun Gothic" pitchFamily="34" charset="-122"/>
                <a:cs typeface="Malgun Gothic" pitchFamily="34" charset="-120"/>
              </a:rPr>
              <a:t>AI용 멀티탭</a:t>
            </a:r>
            <a:endParaRPr lang="en-US" sz="1200" dirty="0"/>
          </a:p>
        </p:txBody>
      </p:sp>
      <p:sp>
        <p:nvSpPr>
          <p:cNvPr id="242" name="Shape 240"/>
          <p:cNvSpPr/>
          <p:nvPr/>
        </p:nvSpPr>
        <p:spPr>
          <a:xfrm>
            <a:off x="3566160" y="3172968"/>
            <a:ext cx="2761488" cy="603504"/>
          </a:xfrm>
          <a:prstGeom prst="rect">
            <a:avLst/>
          </a:prstGeom>
          <a:solidFill>
            <a:srgbClr val="FFFFFF"/>
          </a:solidFill>
          <a:ln w="10160">
            <a:solidFill>
              <a:srgbClr val="C9D8E4"/>
            </a:solidFill>
            <a:prstDash val="solid"/>
          </a:ln>
        </p:spPr>
      </p:sp>
      <p:sp>
        <p:nvSpPr>
          <p:cNvPr id="243" name="Text 241"/>
          <p:cNvSpPr/>
          <p:nvPr/>
        </p:nvSpPr>
        <p:spPr>
          <a:xfrm>
            <a:off x="3675888" y="3264408"/>
            <a:ext cx="841248" cy="182880"/>
          </a:xfrm>
          <a:prstGeom prst="rect">
            <a:avLst/>
          </a:prstGeom>
          <a:noFill/>
          <a:ln/>
        </p:spPr>
        <p:txBody>
          <a:bodyPr wrap="square" lIns="635" tIns="635" rIns="635" bIns="635" rtlCol="0" anchor="t">
            <a:normAutofit/>
          </a:bodyPr>
          <a:lstStyle/>
          <a:p>
            <a:pPr marL="0" indent="0" algn="l">
              <a:lnSpc>
                <a:spcPct val="90000"/>
              </a:lnSpc>
              <a:buNone/>
            </a:pPr>
            <a:r>
              <a:rPr lang="en-US" sz="1250" b="1" dirty="0">
                <a:solidFill>
                  <a:srgbClr val="C95311"/>
                </a:solidFill>
                <a:latin typeface="Malgun Gothic" pitchFamily="34" charset="0"/>
                <a:ea typeface="Malgun Gothic" pitchFamily="34" charset="-122"/>
                <a:cs typeface="Malgun Gothic" pitchFamily="34" charset="-120"/>
              </a:rPr>
              <a:t>Skill</a:t>
            </a:r>
            <a:endParaRPr lang="en-US" sz="1250" dirty="0"/>
          </a:p>
        </p:txBody>
      </p:sp>
      <p:sp>
        <p:nvSpPr>
          <p:cNvPr id="244" name="Text 242"/>
          <p:cNvSpPr/>
          <p:nvPr/>
        </p:nvSpPr>
        <p:spPr>
          <a:xfrm>
            <a:off x="4572000" y="3264408"/>
            <a:ext cx="1627632" cy="310896"/>
          </a:xfrm>
          <a:prstGeom prst="rect">
            <a:avLst/>
          </a:prstGeom>
          <a:noFill/>
          <a:ln/>
        </p:spPr>
        <p:txBody>
          <a:bodyPr wrap="square" lIns="635" tIns="635" rIns="635" bIns="635" rtlCol="0" anchor="ctr">
            <a:normAutofit/>
          </a:bodyPr>
          <a:lstStyle/>
          <a:p>
            <a:pPr marL="0" indent="0" algn="l">
              <a:lnSpc>
                <a:spcPct val="90000"/>
              </a:lnSpc>
              <a:buNone/>
            </a:pPr>
            <a:r>
              <a:rPr lang="en-US" sz="1200" b="1" dirty="0">
                <a:solidFill>
                  <a:srgbClr val="0B1F33"/>
                </a:solidFill>
                <a:latin typeface="Malgun Gothic" pitchFamily="34" charset="0"/>
                <a:ea typeface="Malgun Gothic" pitchFamily="34" charset="-122"/>
                <a:cs typeface="Malgun Gothic" pitchFamily="34" charset="-120"/>
              </a:rPr>
              <a:t>작업 매뉴얼</a:t>
            </a:r>
            <a:endParaRPr lang="en-US" sz="1200" dirty="0"/>
          </a:p>
        </p:txBody>
      </p:sp>
      <p:sp>
        <p:nvSpPr>
          <p:cNvPr id="245" name="Shape 243"/>
          <p:cNvSpPr/>
          <p:nvPr/>
        </p:nvSpPr>
        <p:spPr>
          <a:xfrm>
            <a:off x="6419088" y="3172968"/>
            <a:ext cx="2761488" cy="603504"/>
          </a:xfrm>
          <a:prstGeom prst="rect">
            <a:avLst/>
          </a:prstGeom>
          <a:solidFill>
            <a:srgbClr val="EFF7FC"/>
          </a:solidFill>
          <a:ln w="10160">
            <a:solidFill>
              <a:srgbClr val="C9D8E4"/>
            </a:solidFill>
            <a:prstDash val="solid"/>
          </a:ln>
        </p:spPr>
      </p:sp>
      <p:sp>
        <p:nvSpPr>
          <p:cNvPr id="246" name="Text 244"/>
          <p:cNvSpPr/>
          <p:nvPr/>
        </p:nvSpPr>
        <p:spPr>
          <a:xfrm>
            <a:off x="6528816" y="3264408"/>
            <a:ext cx="841248" cy="182880"/>
          </a:xfrm>
          <a:prstGeom prst="rect">
            <a:avLst/>
          </a:prstGeom>
          <a:noFill/>
          <a:ln/>
        </p:spPr>
        <p:txBody>
          <a:bodyPr wrap="square" lIns="635" tIns="635" rIns="635" bIns="635" rtlCol="0" anchor="t">
            <a:normAutofit/>
          </a:bodyPr>
          <a:lstStyle/>
          <a:p>
            <a:pPr marL="0" indent="0" algn="l">
              <a:lnSpc>
                <a:spcPct val="90000"/>
              </a:lnSpc>
              <a:buNone/>
            </a:pPr>
            <a:r>
              <a:rPr lang="en-US" sz="1250" b="1" dirty="0">
                <a:solidFill>
                  <a:srgbClr val="C95311"/>
                </a:solidFill>
                <a:latin typeface="Malgun Gothic" pitchFamily="34" charset="0"/>
                <a:ea typeface="Malgun Gothic" pitchFamily="34" charset="-122"/>
                <a:cs typeface="Malgun Gothic" pitchFamily="34" charset="-120"/>
              </a:rPr>
              <a:t>Database</a:t>
            </a:r>
            <a:endParaRPr lang="en-US" sz="1250" dirty="0"/>
          </a:p>
        </p:txBody>
      </p:sp>
      <p:sp>
        <p:nvSpPr>
          <p:cNvPr id="247" name="Text 245"/>
          <p:cNvSpPr/>
          <p:nvPr/>
        </p:nvSpPr>
        <p:spPr>
          <a:xfrm>
            <a:off x="7424928" y="3264408"/>
            <a:ext cx="1627632" cy="310896"/>
          </a:xfrm>
          <a:prstGeom prst="rect">
            <a:avLst/>
          </a:prstGeom>
          <a:noFill/>
          <a:ln/>
        </p:spPr>
        <p:txBody>
          <a:bodyPr wrap="square" lIns="635" tIns="635" rIns="635" bIns="635" rtlCol="0" anchor="ctr">
            <a:normAutofit/>
          </a:bodyPr>
          <a:lstStyle/>
          <a:p>
            <a:pPr marL="0" indent="0" algn="l">
              <a:lnSpc>
                <a:spcPct val="90000"/>
              </a:lnSpc>
              <a:buNone/>
            </a:pPr>
            <a:r>
              <a:rPr lang="en-US" sz="1200" b="1" dirty="0">
                <a:solidFill>
                  <a:srgbClr val="0B1F33"/>
                </a:solidFill>
                <a:latin typeface="Malgun Gothic" pitchFamily="34" charset="0"/>
                <a:ea typeface="Malgun Gothic" pitchFamily="34" charset="-122"/>
                <a:cs typeface="Malgun Gothic" pitchFamily="34" charset="-120"/>
              </a:rPr>
              <a:t>전산 관리대장</a:t>
            </a:r>
            <a:endParaRPr lang="en-US" sz="1200" dirty="0"/>
          </a:p>
        </p:txBody>
      </p:sp>
      <p:sp>
        <p:nvSpPr>
          <p:cNvPr id="248" name="Shape 246"/>
          <p:cNvSpPr/>
          <p:nvPr/>
        </p:nvSpPr>
        <p:spPr>
          <a:xfrm>
            <a:off x="9272016" y="3172968"/>
            <a:ext cx="2386581" cy="603504"/>
          </a:xfrm>
          <a:prstGeom prst="rect">
            <a:avLst/>
          </a:prstGeom>
          <a:solidFill>
            <a:srgbClr val="FFFFFF"/>
          </a:solidFill>
          <a:ln w="10160">
            <a:solidFill>
              <a:srgbClr val="C9D8E4"/>
            </a:solidFill>
            <a:prstDash val="solid"/>
          </a:ln>
        </p:spPr>
      </p:sp>
      <p:sp>
        <p:nvSpPr>
          <p:cNvPr id="249" name="Text 247"/>
          <p:cNvSpPr/>
          <p:nvPr/>
        </p:nvSpPr>
        <p:spPr>
          <a:xfrm>
            <a:off x="9381744" y="3264408"/>
            <a:ext cx="1316736" cy="182880"/>
          </a:xfrm>
          <a:prstGeom prst="rect">
            <a:avLst/>
          </a:prstGeom>
          <a:noFill/>
          <a:ln/>
        </p:spPr>
        <p:txBody>
          <a:bodyPr wrap="square" lIns="635" tIns="635" rIns="635" bIns="635" rtlCol="0" anchor="t">
            <a:normAutofit/>
          </a:bodyPr>
          <a:lstStyle/>
          <a:p>
            <a:pPr marL="0" indent="0" algn="l">
              <a:lnSpc>
                <a:spcPct val="90000"/>
              </a:lnSpc>
              <a:buNone/>
            </a:pPr>
            <a:r>
              <a:rPr lang="en-US" sz="1020" b="1" dirty="0">
                <a:solidFill>
                  <a:srgbClr val="C95311"/>
                </a:solidFill>
                <a:latin typeface="Malgun Gothic" pitchFamily="34" charset="0"/>
                <a:ea typeface="Malgun Gothic" pitchFamily="34" charset="-122"/>
                <a:cs typeface="Malgun Gothic" pitchFamily="34" charset="-120"/>
              </a:rPr>
              <a:t>Env Variable</a:t>
            </a:r>
            <a:endParaRPr lang="en-US" sz="1020" dirty="0"/>
          </a:p>
        </p:txBody>
      </p:sp>
      <p:sp>
        <p:nvSpPr>
          <p:cNvPr id="250" name="Text 248"/>
          <p:cNvSpPr/>
          <p:nvPr/>
        </p:nvSpPr>
        <p:spPr>
          <a:xfrm>
            <a:off x="10753344" y="3264408"/>
            <a:ext cx="1115568" cy="310896"/>
          </a:xfrm>
          <a:prstGeom prst="rect">
            <a:avLst/>
          </a:prstGeom>
          <a:noFill/>
          <a:ln/>
        </p:spPr>
        <p:txBody>
          <a:bodyPr wrap="square" lIns="635" tIns="635" rIns="635" bIns="635" rtlCol="0" anchor="ctr">
            <a:normAutofit/>
          </a:bodyPr>
          <a:lstStyle/>
          <a:p>
            <a:pPr marL="0" indent="0" algn="l">
              <a:lnSpc>
                <a:spcPct val="90000"/>
              </a:lnSpc>
              <a:buNone/>
            </a:pPr>
            <a:r>
              <a:rPr lang="en-US" sz="1200" b="1" dirty="0">
                <a:solidFill>
                  <a:srgbClr val="0B1F33"/>
                </a:solidFill>
                <a:latin typeface="Malgun Gothic" pitchFamily="34" charset="0"/>
                <a:ea typeface="Malgun Gothic" pitchFamily="34" charset="-122"/>
                <a:cs typeface="Malgun Gothic" pitchFamily="34" charset="-120"/>
              </a:rPr>
              <a:t>비밀 설정함</a:t>
            </a:r>
            <a:endParaRPr lang="en-US" sz="1200" dirty="0"/>
          </a:p>
        </p:txBody>
      </p:sp>
      <p:sp>
        <p:nvSpPr>
          <p:cNvPr id="251" name="Shape 249"/>
          <p:cNvSpPr/>
          <p:nvPr/>
        </p:nvSpPr>
        <p:spPr>
          <a:xfrm>
            <a:off x="713232" y="3959352"/>
            <a:ext cx="2761488" cy="603504"/>
          </a:xfrm>
          <a:prstGeom prst="rect">
            <a:avLst/>
          </a:prstGeom>
          <a:solidFill>
            <a:srgbClr val="EFF7FC"/>
          </a:solidFill>
          <a:ln w="10160">
            <a:solidFill>
              <a:srgbClr val="C9D8E4"/>
            </a:solidFill>
            <a:prstDash val="solid"/>
          </a:ln>
        </p:spPr>
      </p:sp>
      <p:sp>
        <p:nvSpPr>
          <p:cNvPr id="252" name="Text 250"/>
          <p:cNvSpPr/>
          <p:nvPr/>
        </p:nvSpPr>
        <p:spPr>
          <a:xfrm>
            <a:off x="822960" y="4050792"/>
            <a:ext cx="841248" cy="182880"/>
          </a:xfrm>
          <a:prstGeom prst="rect">
            <a:avLst/>
          </a:prstGeom>
          <a:noFill/>
          <a:ln/>
        </p:spPr>
        <p:txBody>
          <a:bodyPr wrap="square" lIns="635" tIns="635" rIns="635" bIns="635" rtlCol="0" anchor="t">
            <a:normAutofit/>
          </a:bodyPr>
          <a:lstStyle/>
          <a:p>
            <a:pPr marL="0" indent="0" algn="l">
              <a:lnSpc>
                <a:spcPct val="90000"/>
              </a:lnSpc>
              <a:buNone/>
            </a:pPr>
            <a:r>
              <a:rPr lang="en-US" sz="1250" b="1" dirty="0">
                <a:solidFill>
                  <a:srgbClr val="C95311"/>
                </a:solidFill>
                <a:latin typeface="Malgun Gothic" pitchFamily="34" charset="0"/>
                <a:ea typeface="Malgun Gothic" pitchFamily="34" charset="-122"/>
                <a:cs typeface="Malgun Gothic" pitchFamily="34" charset="-120"/>
              </a:rPr>
              <a:t>API Key</a:t>
            </a:r>
            <a:endParaRPr lang="en-US" sz="1250" dirty="0"/>
          </a:p>
        </p:txBody>
      </p:sp>
      <p:sp>
        <p:nvSpPr>
          <p:cNvPr id="253" name="Text 251"/>
          <p:cNvSpPr/>
          <p:nvPr/>
        </p:nvSpPr>
        <p:spPr>
          <a:xfrm>
            <a:off x="1719072" y="4050792"/>
            <a:ext cx="1627632" cy="310896"/>
          </a:xfrm>
          <a:prstGeom prst="rect">
            <a:avLst/>
          </a:prstGeom>
          <a:noFill/>
          <a:ln/>
        </p:spPr>
        <p:txBody>
          <a:bodyPr wrap="square" lIns="635" tIns="635" rIns="635" bIns="635" rtlCol="0" anchor="ctr">
            <a:normAutofit/>
          </a:bodyPr>
          <a:lstStyle/>
          <a:p>
            <a:pPr marL="0" indent="0" algn="l">
              <a:lnSpc>
                <a:spcPct val="90000"/>
              </a:lnSpc>
              <a:buNone/>
            </a:pPr>
            <a:r>
              <a:rPr lang="en-US" sz="1200" b="1" dirty="0">
                <a:solidFill>
                  <a:srgbClr val="0B1F33"/>
                </a:solidFill>
                <a:latin typeface="Malgun Gothic" pitchFamily="34" charset="0"/>
                <a:ea typeface="Malgun Gothic" pitchFamily="34" charset="-122"/>
                <a:cs typeface="Malgun Gothic" pitchFamily="34" charset="-120"/>
              </a:rPr>
              <a:t>출입증</a:t>
            </a:r>
            <a:endParaRPr lang="en-US" sz="1200" dirty="0"/>
          </a:p>
        </p:txBody>
      </p:sp>
      <p:sp>
        <p:nvSpPr>
          <p:cNvPr id="254" name="Shape 252"/>
          <p:cNvSpPr/>
          <p:nvPr/>
        </p:nvSpPr>
        <p:spPr>
          <a:xfrm>
            <a:off x="3566160" y="3959352"/>
            <a:ext cx="2761488" cy="603504"/>
          </a:xfrm>
          <a:prstGeom prst="rect">
            <a:avLst/>
          </a:prstGeom>
          <a:solidFill>
            <a:srgbClr val="FFFFFF"/>
          </a:solidFill>
          <a:ln w="10160">
            <a:solidFill>
              <a:srgbClr val="C9D8E4"/>
            </a:solidFill>
            <a:prstDash val="solid"/>
          </a:ln>
        </p:spPr>
      </p:sp>
      <p:sp>
        <p:nvSpPr>
          <p:cNvPr id="255" name="Text 253"/>
          <p:cNvSpPr/>
          <p:nvPr/>
        </p:nvSpPr>
        <p:spPr>
          <a:xfrm>
            <a:off x="3675888" y="4050792"/>
            <a:ext cx="841248" cy="182880"/>
          </a:xfrm>
          <a:prstGeom prst="rect">
            <a:avLst/>
          </a:prstGeom>
          <a:noFill/>
          <a:ln/>
        </p:spPr>
        <p:txBody>
          <a:bodyPr wrap="square" lIns="635" tIns="635" rIns="635" bIns="635" rtlCol="0" anchor="t">
            <a:normAutofit/>
          </a:bodyPr>
          <a:lstStyle/>
          <a:p>
            <a:pPr marL="0" indent="0" algn="l">
              <a:lnSpc>
                <a:spcPct val="90000"/>
              </a:lnSpc>
              <a:buNone/>
            </a:pPr>
            <a:r>
              <a:rPr lang="en-US" sz="1250" b="1" dirty="0">
                <a:solidFill>
                  <a:srgbClr val="C95311"/>
                </a:solidFill>
                <a:latin typeface="Malgun Gothic" pitchFamily="34" charset="0"/>
                <a:ea typeface="Malgun Gothic" pitchFamily="34" charset="-122"/>
                <a:cs typeface="Malgun Gothic" pitchFamily="34" charset="-120"/>
              </a:rPr>
              <a:t>Supabase</a:t>
            </a:r>
            <a:endParaRPr lang="en-US" sz="1250" dirty="0"/>
          </a:p>
        </p:txBody>
      </p:sp>
      <p:sp>
        <p:nvSpPr>
          <p:cNvPr id="256" name="Text 254"/>
          <p:cNvSpPr/>
          <p:nvPr/>
        </p:nvSpPr>
        <p:spPr>
          <a:xfrm>
            <a:off x="4572000" y="4050792"/>
            <a:ext cx="1627632" cy="310896"/>
          </a:xfrm>
          <a:prstGeom prst="rect">
            <a:avLst/>
          </a:prstGeom>
          <a:noFill/>
          <a:ln/>
        </p:spPr>
        <p:txBody>
          <a:bodyPr wrap="square" lIns="635" tIns="635" rIns="635" bIns="635" rtlCol="0" anchor="ctr">
            <a:normAutofit/>
          </a:bodyPr>
          <a:lstStyle/>
          <a:p>
            <a:pPr marL="0" indent="0" algn="l">
              <a:lnSpc>
                <a:spcPct val="90000"/>
              </a:lnSpc>
              <a:buNone/>
            </a:pPr>
            <a:r>
              <a:rPr lang="en-US" sz="1200" b="1" dirty="0">
                <a:solidFill>
                  <a:srgbClr val="0B1F33"/>
                </a:solidFill>
                <a:latin typeface="Malgun Gothic" pitchFamily="34" charset="0"/>
                <a:ea typeface="Malgun Gothic" pitchFamily="34" charset="-122"/>
                <a:cs typeface="Malgun Gothic" pitchFamily="34" charset="-120"/>
              </a:rPr>
              <a:t>공유 DB/로그인/파일함</a:t>
            </a:r>
            <a:endParaRPr lang="en-US" sz="1200" dirty="0"/>
          </a:p>
        </p:txBody>
      </p:sp>
      <p:sp>
        <p:nvSpPr>
          <p:cNvPr id="257" name="Text 255"/>
          <p:cNvSpPr/>
          <p:nvPr/>
        </p:nvSpPr>
        <p:spPr>
          <a:xfrm>
            <a:off x="960120" y="4956048"/>
            <a:ext cx="10149840" cy="384048"/>
          </a:xfrm>
          <a:prstGeom prst="rect">
            <a:avLst/>
          </a:prstGeom>
          <a:noFill/>
          <a:ln/>
        </p:spPr>
        <p:txBody>
          <a:bodyPr wrap="square" lIns="635" tIns="635" rIns="635" bIns="635" rtlCol="0" anchor="t">
            <a:normAutofit fontScale="92500" lnSpcReduction="20000"/>
          </a:bodyPr>
          <a:lstStyle/>
          <a:p>
            <a:pPr marL="0" indent="0" algn="ctr">
              <a:lnSpc>
                <a:spcPct val="90000"/>
              </a:lnSpc>
              <a:buNone/>
            </a:pPr>
            <a:r>
              <a:rPr lang="en-US" sz="1700" b="1" dirty="0">
                <a:solidFill>
                  <a:srgbClr val="0B1F33"/>
                </a:solidFill>
                <a:latin typeface="Malgun Gothic" pitchFamily="34" charset="0"/>
                <a:ea typeface="Malgun Gothic" pitchFamily="34" charset="-122"/>
                <a:cs typeface="Malgun Gothic" pitchFamily="34" charset="-120"/>
              </a:rPr>
              <a:t>오늘은 모든 용어를 외우는 수업이 아닙니다. ‘내가 무엇을 요청하고, 무엇을 검토해야 하는지’ 이해하는 수업입니다.</a:t>
            </a:r>
            <a:endParaRPr lang="en-US" sz="1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Concept / MCP</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05</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MCP는 AI가 외부 도구를 안전하게 꽂아 쓰는 표준 연결 방식이다.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도구 연결</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MCP란 무엇인가?</a:t>
            </a:r>
            <a:endParaRPr lang="en-US" sz="2900" dirty="0"/>
          </a:p>
        </p:txBody>
      </p:sp>
      <p:sp>
        <p:nvSpPr>
          <p:cNvPr id="215" name="Shape 213"/>
          <p:cNvSpPr/>
          <p:nvPr/>
        </p:nvSpPr>
        <p:spPr>
          <a:xfrm>
            <a:off x="914400" y="1920240"/>
            <a:ext cx="2011680" cy="1554480"/>
          </a:xfrm>
          <a:prstGeom prst="cube">
            <a:avLst/>
          </a:prstGeom>
          <a:solidFill>
            <a:srgbClr val="D9EEF9">
              <a:alpha val="94000"/>
            </a:srgbClr>
          </a:solidFill>
          <a:ln w="17780">
            <a:solidFill>
              <a:srgbClr val="256B9A"/>
            </a:solidFill>
            <a:prstDash val="solid"/>
          </a:ln>
        </p:spPr>
      </p:sp>
      <p:sp>
        <p:nvSpPr>
          <p:cNvPr id="216" name="Text 214"/>
          <p:cNvSpPr/>
          <p:nvPr/>
        </p:nvSpPr>
        <p:spPr>
          <a:xfrm>
            <a:off x="1417320" y="2542032"/>
            <a:ext cx="1051560" cy="274320"/>
          </a:xfrm>
          <a:prstGeom prst="rect">
            <a:avLst/>
          </a:prstGeom>
          <a:noFill/>
          <a:ln/>
        </p:spPr>
        <p:txBody>
          <a:bodyPr wrap="square" lIns="635" tIns="635" rIns="635" bIns="635" rtlCol="0" anchor="t">
            <a:normAutofit fontScale="92500" lnSpcReduction="10000"/>
          </a:bodyPr>
          <a:lstStyle/>
          <a:p>
            <a:pPr marL="0" indent="0" algn="ctr">
              <a:lnSpc>
                <a:spcPct val="90000"/>
              </a:lnSpc>
              <a:buNone/>
            </a:pPr>
            <a:r>
              <a:rPr lang="en-US" sz="2300" b="1" dirty="0">
                <a:solidFill>
                  <a:srgbClr val="0B1F33"/>
                </a:solidFill>
                <a:latin typeface="Malgun Gothic" pitchFamily="34" charset="0"/>
                <a:ea typeface="Malgun Gothic" pitchFamily="34" charset="-122"/>
                <a:cs typeface="Malgun Gothic" pitchFamily="34" charset="-120"/>
              </a:rPr>
              <a:t>AI</a:t>
            </a:r>
            <a:endParaRPr lang="en-US" sz="2300" dirty="0"/>
          </a:p>
        </p:txBody>
      </p:sp>
      <p:sp>
        <p:nvSpPr>
          <p:cNvPr id="217" name="Shape 215"/>
          <p:cNvSpPr/>
          <p:nvPr/>
        </p:nvSpPr>
        <p:spPr>
          <a:xfrm>
            <a:off x="3063240" y="2423160"/>
            <a:ext cx="868680" cy="411480"/>
          </a:xfrm>
          <a:prstGeom prst="rightArrow">
            <a:avLst/>
          </a:prstGeom>
          <a:solidFill>
            <a:srgbClr val="EA6A1A"/>
          </a:solidFill>
          <a:ln w="12700">
            <a:solidFill>
              <a:srgbClr val="EA6A1A"/>
            </a:solidFill>
            <a:prstDash val="solid"/>
          </a:ln>
        </p:spPr>
      </p:sp>
      <p:sp>
        <p:nvSpPr>
          <p:cNvPr id="218" name="Shape 216"/>
          <p:cNvSpPr/>
          <p:nvPr/>
        </p:nvSpPr>
        <p:spPr>
          <a:xfrm>
            <a:off x="4069080" y="1865376"/>
            <a:ext cx="2011680" cy="1691640"/>
          </a:xfrm>
          <a:prstGeom prst="hexagon">
            <a:avLst/>
          </a:prstGeom>
          <a:solidFill>
            <a:srgbClr val="FCE5D3"/>
          </a:solidFill>
          <a:ln w="20320">
            <a:solidFill>
              <a:srgbClr val="EA6A1A"/>
            </a:solidFill>
            <a:prstDash val="solid"/>
          </a:ln>
        </p:spPr>
      </p:sp>
      <p:sp>
        <p:nvSpPr>
          <p:cNvPr id="219" name="Text 217"/>
          <p:cNvSpPr/>
          <p:nvPr/>
        </p:nvSpPr>
        <p:spPr>
          <a:xfrm>
            <a:off x="4315968" y="2331720"/>
            <a:ext cx="1517904" cy="640080"/>
          </a:xfrm>
          <a:prstGeom prst="rect">
            <a:avLst/>
          </a:prstGeom>
          <a:noFill/>
          <a:ln/>
        </p:spPr>
        <p:txBody>
          <a:bodyPr wrap="square" lIns="635" tIns="635" rIns="635" bIns="635" rtlCol="0" anchor="ctr">
            <a:normAutofit/>
          </a:bodyPr>
          <a:lstStyle/>
          <a:p>
            <a:pPr marL="0" indent="0" algn="ctr">
              <a:lnSpc>
                <a:spcPct val="90000"/>
              </a:lnSpc>
              <a:buNone/>
            </a:pPr>
            <a:r>
              <a:rPr lang="en-US" sz="2000" b="1" dirty="0">
                <a:solidFill>
                  <a:srgbClr val="C95311"/>
                </a:solidFill>
                <a:latin typeface="Malgun Gothic" pitchFamily="34" charset="0"/>
                <a:ea typeface="Malgun Gothic" pitchFamily="34" charset="-122"/>
                <a:cs typeface="Malgun Gothic" pitchFamily="34" charset="-120"/>
              </a:rPr>
              <a:t>MCP</a:t>
            </a:r>
            <a:endParaRPr lang="en-US" sz="2000" dirty="0"/>
          </a:p>
          <a:p>
            <a:pPr marL="0" indent="0" algn="ctr">
              <a:lnSpc>
                <a:spcPct val="90000"/>
              </a:lnSpc>
              <a:buNone/>
            </a:pPr>
            <a:r>
              <a:rPr lang="en-US" sz="2000" b="1" dirty="0">
                <a:solidFill>
                  <a:srgbClr val="C95311"/>
                </a:solidFill>
                <a:latin typeface="Malgun Gothic" pitchFamily="34" charset="0"/>
                <a:ea typeface="Malgun Gothic" pitchFamily="34" charset="-122"/>
                <a:cs typeface="Malgun Gothic" pitchFamily="34" charset="-120"/>
              </a:rPr>
              <a:t>멀티탭</a:t>
            </a:r>
            <a:endParaRPr lang="en-US" sz="2000" dirty="0"/>
          </a:p>
        </p:txBody>
      </p:sp>
      <p:sp>
        <p:nvSpPr>
          <p:cNvPr id="220" name="Shape 218"/>
          <p:cNvSpPr/>
          <p:nvPr/>
        </p:nvSpPr>
        <p:spPr>
          <a:xfrm>
            <a:off x="6492240" y="1353312"/>
            <a:ext cx="1664208" cy="749808"/>
          </a:xfrm>
          <a:prstGeom prst="roundRect">
            <a:avLst>
              <a:gd name="adj" fmla="val 7317"/>
            </a:avLst>
          </a:prstGeom>
          <a:solidFill>
            <a:srgbClr val="FFFFFF"/>
          </a:solidFill>
          <a:ln w="15240">
            <a:solidFill>
              <a:srgbClr val="256B9A"/>
            </a:solidFill>
            <a:prstDash val="solid"/>
          </a:ln>
        </p:spPr>
      </p:sp>
      <p:sp>
        <p:nvSpPr>
          <p:cNvPr id="221" name="Shape 219"/>
          <p:cNvSpPr/>
          <p:nvPr/>
        </p:nvSpPr>
        <p:spPr>
          <a:xfrm>
            <a:off x="6601968" y="1463040"/>
            <a:ext cx="713232" cy="310896"/>
          </a:xfrm>
          <a:prstGeom prst="rect">
            <a:avLst/>
          </a:prstGeom>
          <a:solidFill>
            <a:srgbClr val="256B9A"/>
          </a:solidFill>
          <a:ln w="12700">
            <a:solidFill>
              <a:srgbClr val="256B9A"/>
            </a:solidFill>
            <a:prstDash val="solid"/>
          </a:ln>
        </p:spPr>
      </p:sp>
      <p:sp>
        <p:nvSpPr>
          <p:cNvPr id="222" name="Text 220"/>
          <p:cNvSpPr/>
          <p:nvPr/>
        </p:nvSpPr>
        <p:spPr>
          <a:xfrm>
            <a:off x="6675120" y="1517904"/>
            <a:ext cx="566928"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TOOL</a:t>
            </a:r>
            <a:endParaRPr lang="en-US" sz="1050" dirty="0"/>
          </a:p>
        </p:txBody>
      </p:sp>
      <p:sp>
        <p:nvSpPr>
          <p:cNvPr id="223" name="Text 221"/>
          <p:cNvSpPr/>
          <p:nvPr/>
        </p:nvSpPr>
        <p:spPr>
          <a:xfrm>
            <a:off x="6693408" y="1883663"/>
            <a:ext cx="1261872" cy="198457"/>
          </a:xfrm>
          <a:prstGeom prst="rect">
            <a:avLst/>
          </a:prstGeom>
          <a:noFill/>
          <a:ln/>
        </p:spPr>
        <p:txBody>
          <a:bodyPr wrap="square" lIns="635" tIns="635" rIns="635" bIns="635" rtlCol="0" anchor="ctr">
            <a:normAutofit/>
          </a:bodyPr>
          <a:lstStyle/>
          <a:p>
            <a:pPr marL="0" indent="0" algn="ctr">
              <a:lnSpc>
                <a:spcPct val="90000"/>
              </a:lnSpc>
              <a:buNone/>
            </a:pPr>
            <a:r>
              <a:rPr lang="en-US" sz="1250" dirty="0">
                <a:solidFill>
                  <a:srgbClr val="0B1F33"/>
                </a:solidFill>
                <a:latin typeface="Malgun Gothic" pitchFamily="34" charset="0"/>
                <a:ea typeface="Malgun Gothic" pitchFamily="34" charset="-122"/>
                <a:cs typeface="Malgun Gothic" pitchFamily="34" charset="-120"/>
              </a:rPr>
              <a:t>파일 읽기</a:t>
            </a:r>
            <a:endParaRPr lang="en-US" sz="1250" dirty="0"/>
          </a:p>
        </p:txBody>
      </p:sp>
      <p:sp>
        <p:nvSpPr>
          <p:cNvPr id="224" name="Shape 222"/>
          <p:cNvSpPr/>
          <p:nvPr/>
        </p:nvSpPr>
        <p:spPr>
          <a:xfrm>
            <a:off x="6537960" y="1399032"/>
            <a:ext cx="256032" cy="0"/>
          </a:xfrm>
          <a:prstGeom prst="line">
            <a:avLst/>
          </a:prstGeom>
          <a:noFill/>
          <a:ln w="13970">
            <a:solidFill>
              <a:srgbClr val="256B9A"/>
            </a:solidFill>
            <a:prstDash val="solid"/>
          </a:ln>
        </p:spPr>
      </p:sp>
      <p:sp>
        <p:nvSpPr>
          <p:cNvPr id="225" name="Shape 223"/>
          <p:cNvSpPr/>
          <p:nvPr/>
        </p:nvSpPr>
        <p:spPr>
          <a:xfrm>
            <a:off x="6537960" y="1399032"/>
            <a:ext cx="0" cy="256032"/>
          </a:xfrm>
          <a:prstGeom prst="line">
            <a:avLst/>
          </a:prstGeom>
          <a:noFill/>
          <a:ln w="13970">
            <a:solidFill>
              <a:srgbClr val="256B9A"/>
            </a:solidFill>
            <a:prstDash val="solid"/>
          </a:ln>
        </p:spPr>
      </p:sp>
      <p:sp>
        <p:nvSpPr>
          <p:cNvPr id="226" name="Shape 224"/>
          <p:cNvSpPr/>
          <p:nvPr/>
        </p:nvSpPr>
        <p:spPr>
          <a:xfrm>
            <a:off x="8110728" y="1399032"/>
            <a:ext cx="0" cy="0"/>
          </a:xfrm>
          <a:prstGeom prst="line">
            <a:avLst/>
          </a:prstGeom>
          <a:noFill/>
          <a:ln w="13970">
            <a:solidFill>
              <a:srgbClr val="256B9A"/>
            </a:solidFill>
            <a:prstDash val="solid"/>
          </a:ln>
        </p:spPr>
      </p:sp>
      <p:sp>
        <p:nvSpPr>
          <p:cNvPr id="227" name="Shape 225"/>
          <p:cNvSpPr/>
          <p:nvPr/>
        </p:nvSpPr>
        <p:spPr>
          <a:xfrm>
            <a:off x="8110728" y="1399032"/>
            <a:ext cx="0" cy="256032"/>
          </a:xfrm>
          <a:prstGeom prst="line">
            <a:avLst/>
          </a:prstGeom>
          <a:noFill/>
          <a:ln w="13970">
            <a:solidFill>
              <a:srgbClr val="256B9A"/>
            </a:solidFill>
            <a:prstDash val="solid"/>
          </a:ln>
        </p:spPr>
      </p:sp>
      <p:sp>
        <p:nvSpPr>
          <p:cNvPr id="228" name="Shape 226"/>
          <p:cNvSpPr/>
          <p:nvPr/>
        </p:nvSpPr>
        <p:spPr>
          <a:xfrm>
            <a:off x="6537960" y="2057400"/>
            <a:ext cx="256032" cy="0"/>
          </a:xfrm>
          <a:prstGeom prst="line">
            <a:avLst/>
          </a:prstGeom>
          <a:noFill/>
          <a:ln w="13970">
            <a:solidFill>
              <a:srgbClr val="256B9A"/>
            </a:solidFill>
            <a:prstDash val="solid"/>
          </a:ln>
        </p:spPr>
      </p:sp>
      <p:sp>
        <p:nvSpPr>
          <p:cNvPr id="229" name="Shape 227"/>
          <p:cNvSpPr/>
          <p:nvPr/>
        </p:nvSpPr>
        <p:spPr>
          <a:xfrm>
            <a:off x="6537960" y="2057400"/>
            <a:ext cx="0" cy="0"/>
          </a:xfrm>
          <a:prstGeom prst="line">
            <a:avLst/>
          </a:prstGeom>
          <a:noFill/>
          <a:ln w="13970">
            <a:solidFill>
              <a:srgbClr val="256B9A"/>
            </a:solidFill>
            <a:prstDash val="solid"/>
          </a:ln>
        </p:spPr>
      </p:sp>
      <p:sp>
        <p:nvSpPr>
          <p:cNvPr id="230" name="Shape 228"/>
          <p:cNvSpPr/>
          <p:nvPr/>
        </p:nvSpPr>
        <p:spPr>
          <a:xfrm>
            <a:off x="8110728" y="2057400"/>
            <a:ext cx="0" cy="0"/>
          </a:xfrm>
          <a:prstGeom prst="line">
            <a:avLst/>
          </a:prstGeom>
          <a:noFill/>
          <a:ln w="13970">
            <a:solidFill>
              <a:srgbClr val="256B9A"/>
            </a:solidFill>
            <a:prstDash val="solid"/>
          </a:ln>
        </p:spPr>
      </p:sp>
      <p:sp>
        <p:nvSpPr>
          <p:cNvPr id="231" name="Shape 229"/>
          <p:cNvSpPr/>
          <p:nvPr/>
        </p:nvSpPr>
        <p:spPr>
          <a:xfrm>
            <a:off x="8110728" y="2057400"/>
            <a:ext cx="0" cy="0"/>
          </a:xfrm>
          <a:prstGeom prst="line">
            <a:avLst/>
          </a:prstGeom>
          <a:noFill/>
          <a:ln w="13970">
            <a:solidFill>
              <a:srgbClr val="256B9A"/>
            </a:solidFill>
            <a:prstDash val="solid"/>
          </a:ln>
        </p:spPr>
      </p:sp>
      <p:sp>
        <p:nvSpPr>
          <p:cNvPr id="232" name="Shape 230"/>
          <p:cNvSpPr/>
          <p:nvPr/>
        </p:nvSpPr>
        <p:spPr>
          <a:xfrm>
            <a:off x="6016752" y="2697480"/>
            <a:ext cx="566928" cy="0"/>
          </a:xfrm>
          <a:prstGeom prst="line">
            <a:avLst/>
          </a:prstGeom>
          <a:noFill/>
          <a:ln w="13970">
            <a:solidFill>
              <a:srgbClr val="256B9A"/>
            </a:solidFill>
            <a:prstDash val="solid"/>
            <a:tailEnd type="triangle"/>
          </a:ln>
        </p:spPr>
      </p:sp>
      <p:sp>
        <p:nvSpPr>
          <p:cNvPr id="233" name="Shape 231"/>
          <p:cNvSpPr/>
          <p:nvPr/>
        </p:nvSpPr>
        <p:spPr>
          <a:xfrm>
            <a:off x="8549640" y="1353312"/>
            <a:ext cx="1664208" cy="749808"/>
          </a:xfrm>
          <a:prstGeom prst="roundRect">
            <a:avLst>
              <a:gd name="adj" fmla="val 7317"/>
            </a:avLst>
          </a:prstGeom>
          <a:solidFill>
            <a:srgbClr val="FFFFFF"/>
          </a:solidFill>
          <a:ln w="15240">
            <a:solidFill>
              <a:srgbClr val="256B9A"/>
            </a:solidFill>
            <a:prstDash val="solid"/>
          </a:ln>
        </p:spPr>
      </p:sp>
      <p:sp>
        <p:nvSpPr>
          <p:cNvPr id="234" name="Shape 232"/>
          <p:cNvSpPr/>
          <p:nvPr/>
        </p:nvSpPr>
        <p:spPr>
          <a:xfrm>
            <a:off x="8659368" y="1463040"/>
            <a:ext cx="713232" cy="310896"/>
          </a:xfrm>
          <a:prstGeom prst="rect">
            <a:avLst/>
          </a:prstGeom>
          <a:solidFill>
            <a:srgbClr val="256B9A"/>
          </a:solidFill>
          <a:ln w="12700">
            <a:solidFill>
              <a:srgbClr val="256B9A"/>
            </a:solidFill>
            <a:prstDash val="solid"/>
          </a:ln>
        </p:spPr>
      </p:sp>
      <p:sp>
        <p:nvSpPr>
          <p:cNvPr id="235" name="Text 233"/>
          <p:cNvSpPr/>
          <p:nvPr/>
        </p:nvSpPr>
        <p:spPr>
          <a:xfrm>
            <a:off x="8732520" y="1517904"/>
            <a:ext cx="566928"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TOOL</a:t>
            </a:r>
            <a:endParaRPr lang="en-US" sz="1050" dirty="0"/>
          </a:p>
        </p:txBody>
      </p:sp>
      <p:sp>
        <p:nvSpPr>
          <p:cNvPr id="236" name="Text 234"/>
          <p:cNvSpPr/>
          <p:nvPr/>
        </p:nvSpPr>
        <p:spPr>
          <a:xfrm>
            <a:off x="8750808" y="1883664"/>
            <a:ext cx="1261872" cy="192024"/>
          </a:xfrm>
          <a:prstGeom prst="rect">
            <a:avLst/>
          </a:prstGeom>
          <a:noFill/>
          <a:ln/>
        </p:spPr>
        <p:txBody>
          <a:bodyPr wrap="square" lIns="635" tIns="635" rIns="635" bIns="635" rtlCol="0" anchor="ctr">
            <a:normAutofit/>
          </a:bodyPr>
          <a:lstStyle/>
          <a:p>
            <a:pPr marL="0" indent="0" algn="ctr">
              <a:lnSpc>
                <a:spcPct val="90000"/>
              </a:lnSpc>
              <a:buNone/>
            </a:pPr>
            <a:r>
              <a:rPr lang="en-US" sz="1250" dirty="0">
                <a:solidFill>
                  <a:srgbClr val="0B1F33"/>
                </a:solidFill>
                <a:latin typeface="Malgun Gothic" pitchFamily="34" charset="0"/>
                <a:ea typeface="Malgun Gothic" pitchFamily="34" charset="-122"/>
                <a:cs typeface="Malgun Gothic" pitchFamily="34" charset="-120"/>
              </a:rPr>
              <a:t>GitHub 확인</a:t>
            </a:r>
            <a:endParaRPr lang="en-US" sz="1250" dirty="0"/>
          </a:p>
        </p:txBody>
      </p:sp>
      <p:sp>
        <p:nvSpPr>
          <p:cNvPr id="237" name="Shape 235"/>
          <p:cNvSpPr/>
          <p:nvPr/>
        </p:nvSpPr>
        <p:spPr>
          <a:xfrm>
            <a:off x="8595360" y="1399032"/>
            <a:ext cx="256032" cy="0"/>
          </a:xfrm>
          <a:prstGeom prst="line">
            <a:avLst/>
          </a:prstGeom>
          <a:noFill/>
          <a:ln w="13970">
            <a:solidFill>
              <a:srgbClr val="256B9A"/>
            </a:solidFill>
            <a:prstDash val="solid"/>
          </a:ln>
        </p:spPr>
      </p:sp>
      <p:sp>
        <p:nvSpPr>
          <p:cNvPr id="238" name="Shape 236"/>
          <p:cNvSpPr/>
          <p:nvPr/>
        </p:nvSpPr>
        <p:spPr>
          <a:xfrm>
            <a:off x="8595360" y="1399032"/>
            <a:ext cx="0" cy="256032"/>
          </a:xfrm>
          <a:prstGeom prst="line">
            <a:avLst/>
          </a:prstGeom>
          <a:noFill/>
          <a:ln w="13970">
            <a:solidFill>
              <a:srgbClr val="256B9A"/>
            </a:solidFill>
            <a:prstDash val="solid"/>
          </a:ln>
        </p:spPr>
      </p:sp>
      <p:sp>
        <p:nvSpPr>
          <p:cNvPr id="239" name="Shape 237"/>
          <p:cNvSpPr/>
          <p:nvPr/>
        </p:nvSpPr>
        <p:spPr>
          <a:xfrm>
            <a:off x="10168128" y="1399032"/>
            <a:ext cx="0" cy="0"/>
          </a:xfrm>
          <a:prstGeom prst="line">
            <a:avLst/>
          </a:prstGeom>
          <a:noFill/>
          <a:ln w="13970">
            <a:solidFill>
              <a:srgbClr val="256B9A"/>
            </a:solidFill>
            <a:prstDash val="solid"/>
          </a:ln>
        </p:spPr>
      </p:sp>
      <p:sp>
        <p:nvSpPr>
          <p:cNvPr id="240" name="Shape 238"/>
          <p:cNvSpPr/>
          <p:nvPr/>
        </p:nvSpPr>
        <p:spPr>
          <a:xfrm>
            <a:off x="10168128" y="1399032"/>
            <a:ext cx="0" cy="256032"/>
          </a:xfrm>
          <a:prstGeom prst="line">
            <a:avLst/>
          </a:prstGeom>
          <a:noFill/>
          <a:ln w="13970">
            <a:solidFill>
              <a:srgbClr val="256B9A"/>
            </a:solidFill>
            <a:prstDash val="solid"/>
          </a:ln>
        </p:spPr>
      </p:sp>
      <p:sp>
        <p:nvSpPr>
          <p:cNvPr id="241" name="Shape 239"/>
          <p:cNvSpPr/>
          <p:nvPr/>
        </p:nvSpPr>
        <p:spPr>
          <a:xfrm>
            <a:off x="8595360" y="2057400"/>
            <a:ext cx="256032" cy="0"/>
          </a:xfrm>
          <a:prstGeom prst="line">
            <a:avLst/>
          </a:prstGeom>
          <a:noFill/>
          <a:ln w="13970">
            <a:solidFill>
              <a:srgbClr val="256B9A"/>
            </a:solidFill>
            <a:prstDash val="solid"/>
          </a:ln>
        </p:spPr>
      </p:sp>
      <p:sp>
        <p:nvSpPr>
          <p:cNvPr id="242" name="Shape 240"/>
          <p:cNvSpPr/>
          <p:nvPr/>
        </p:nvSpPr>
        <p:spPr>
          <a:xfrm>
            <a:off x="8595360" y="2057400"/>
            <a:ext cx="0" cy="0"/>
          </a:xfrm>
          <a:prstGeom prst="line">
            <a:avLst/>
          </a:prstGeom>
          <a:noFill/>
          <a:ln w="13970">
            <a:solidFill>
              <a:srgbClr val="256B9A"/>
            </a:solidFill>
            <a:prstDash val="solid"/>
          </a:ln>
        </p:spPr>
      </p:sp>
      <p:sp>
        <p:nvSpPr>
          <p:cNvPr id="243" name="Shape 241"/>
          <p:cNvSpPr/>
          <p:nvPr/>
        </p:nvSpPr>
        <p:spPr>
          <a:xfrm>
            <a:off x="10168128" y="2057400"/>
            <a:ext cx="0" cy="0"/>
          </a:xfrm>
          <a:prstGeom prst="line">
            <a:avLst/>
          </a:prstGeom>
          <a:noFill/>
          <a:ln w="13970">
            <a:solidFill>
              <a:srgbClr val="256B9A"/>
            </a:solidFill>
            <a:prstDash val="solid"/>
          </a:ln>
        </p:spPr>
      </p:sp>
      <p:sp>
        <p:nvSpPr>
          <p:cNvPr id="244" name="Shape 242"/>
          <p:cNvSpPr/>
          <p:nvPr/>
        </p:nvSpPr>
        <p:spPr>
          <a:xfrm>
            <a:off x="10168128" y="2057400"/>
            <a:ext cx="0" cy="0"/>
          </a:xfrm>
          <a:prstGeom prst="line">
            <a:avLst/>
          </a:prstGeom>
          <a:noFill/>
          <a:ln w="13970">
            <a:solidFill>
              <a:srgbClr val="256B9A"/>
            </a:solidFill>
            <a:prstDash val="solid"/>
          </a:ln>
        </p:spPr>
      </p:sp>
      <p:sp>
        <p:nvSpPr>
          <p:cNvPr id="245" name="Shape 243"/>
          <p:cNvSpPr/>
          <p:nvPr/>
        </p:nvSpPr>
        <p:spPr>
          <a:xfrm>
            <a:off x="6016752" y="2697480"/>
            <a:ext cx="2624328" cy="0"/>
          </a:xfrm>
          <a:prstGeom prst="line">
            <a:avLst/>
          </a:prstGeom>
          <a:noFill/>
          <a:ln w="13970">
            <a:solidFill>
              <a:srgbClr val="256B9A"/>
            </a:solidFill>
            <a:prstDash val="solid"/>
            <a:tailEnd type="triangle"/>
          </a:ln>
        </p:spPr>
      </p:sp>
      <p:sp>
        <p:nvSpPr>
          <p:cNvPr id="246" name="Shape 244"/>
          <p:cNvSpPr/>
          <p:nvPr/>
        </p:nvSpPr>
        <p:spPr>
          <a:xfrm>
            <a:off x="6492240" y="2788920"/>
            <a:ext cx="1664208" cy="749808"/>
          </a:xfrm>
          <a:prstGeom prst="roundRect">
            <a:avLst>
              <a:gd name="adj" fmla="val 7317"/>
            </a:avLst>
          </a:prstGeom>
          <a:solidFill>
            <a:srgbClr val="FFFFFF"/>
          </a:solidFill>
          <a:ln w="15240">
            <a:solidFill>
              <a:srgbClr val="256B9A"/>
            </a:solidFill>
            <a:prstDash val="solid"/>
          </a:ln>
        </p:spPr>
      </p:sp>
      <p:sp>
        <p:nvSpPr>
          <p:cNvPr id="247" name="Shape 245"/>
          <p:cNvSpPr/>
          <p:nvPr/>
        </p:nvSpPr>
        <p:spPr>
          <a:xfrm>
            <a:off x="6601968" y="2898648"/>
            <a:ext cx="713232" cy="310896"/>
          </a:xfrm>
          <a:prstGeom prst="rect">
            <a:avLst/>
          </a:prstGeom>
          <a:solidFill>
            <a:srgbClr val="256B9A"/>
          </a:solidFill>
          <a:ln w="12700">
            <a:solidFill>
              <a:srgbClr val="256B9A"/>
            </a:solidFill>
            <a:prstDash val="solid"/>
          </a:ln>
        </p:spPr>
      </p:sp>
      <p:sp>
        <p:nvSpPr>
          <p:cNvPr id="248" name="Text 246"/>
          <p:cNvSpPr/>
          <p:nvPr/>
        </p:nvSpPr>
        <p:spPr>
          <a:xfrm>
            <a:off x="6675120" y="2953512"/>
            <a:ext cx="566928"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TOOL</a:t>
            </a:r>
            <a:endParaRPr lang="en-US" sz="1050" dirty="0"/>
          </a:p>
        </p:txBody>
      </p:sp>
      <p:sp>
        <p:nvSpPr>
          <p:cNvPr id="249" name="Text 247"/>
          <p:cNvSpPr/>
          <p:nvPr/>
        </p:nvSpPr>
        <p:spPr>
          <a:xfrm>
            <a:off x="6693408" y="3259075"/>
            <a:ext cx="1261872" cy="248410"/>
          </a:xfrm>
          <a:prstGeom prst="rect">
            <a:avLst/>
          </a:prstGeom>
          <a:noFill/>
          <a:ln/>
        </p:spPr>
        <p:txBody>
          <a:bodyPr wrap="square" lIns="635" tIns="635" rIns="635" bIns="635" rtlCol="0" anchor="ctr">
            <a:normAutofit/>
          </a:bodyPr>
          <a:lstStyle/>
          <a:p>
            <a:pPr marL="0" indent="0" algn="ctr">
              <a:lnSpc>
                <a:spcPct val="90000"/>
              </a:lnSpc>
              <a:buNone/>
            </a:pPr>
            <a:r>
              <a:rPr lang="en-US" sz="1250" dirty="0">
                <a:solidFill>
                  <a:srgbClr val="0B1F33"/>
                </a:solidFill>
                <a:latin typeface="Malgun Gothic" pitchFamily="34" charset="0"/>
                <a:ea typeface="Malgun Gothic" pitchFamily="34" charset="-122"/>
                <a:cs typeface="Malgun Gothic" pitchFamily="34" charset="-120"/>
              </a:rPr>
              <a:t>DB 조회</a:t>
            </a:r>
            <a:endParaRPr lang="en-US" sz="1250" dirty="0"/>
          </a:p>
        </p:txBody>
      </p:sp>
      <p:sp>
        <p:nvSpPr>
          <p:cNvPr id="250" name="Shape 248"/>
          <p:cNvSpPr/>
          <p:nvPr/>
        </p:nvSpPr>
        <p:spPr>
          <a:xfrm>
            <a:off x="6537960" y="2834640"/>
            <a:ext cx="256032" cy="0"/>
          </a:xfrm>
          <a:prstGeom prst="line">
            <a:avLst/>
          </a:prstGeom>
          <a:noFill/>
          <a:ln w="13970">
            <a:solidFill>
              <a:srgbClr val="256B9A"/>
            </a:solidFill>
            <a:prstDash val="solid"/>
          </a:ln>
        </p:spPr>
      </p:sp>
      <p:sp>
        <p:nvSpPr>
          <p:cNvPr id="251" name="Shape 249"/>
          <p:cNvSpPr/>
          <p:nvPr/>
        </p:nvSpPr>
        <p:spPr>
          <a:xfrm>
            <a:off x="6537960" y="2834640"/>
            <a:ext cx="0" cy="256032"/>
          </a:xfrm>
          <a:prstGeom prst="line">
            <a:avLst/>
          </a:prstGeom>
          <a:noFill/>
          <a:ln w="13970">
            <a:solidFill>
              <a:srgbClr val="256B9A"/>
            </a:solidFill>
            <a:prstDash val="solid"/>
          </a:ln>
        </p:spPr>
      </p:sp>
      <p:sp>
        <p:nvSpPr>
          <p:cNvPr id="252" name="Shape 250"/>
          <p:cNvSpPr/>
          <p:nvPr/>
        </p:nvSpPr>
        <p:spPr>
          <a:xfrm>
            <a:off x="8110728" y="2834640"/>
            <a:ext cx="0" cy="0"/>
          </a:xfrm>
          <a:prstGeom prst="line">
            <a:avLst/>
          </a:prstGeom>
          <a:noFill/>
          <a:ln w="13970">
            <a:solidFill>
              <a:srgbClr val="256B9A"/>
            </a:solidFill>
            <a:prstDash val="solid"/>
          </a:ln>
        </p:spPr>
      </p:sp>
      <p:sp>
        <p:nvSpPr>
          <p:cNvPr id="253" name="Shape 251"/>
          <p:cNvSpPr/>
          <p:nvPr/>
        </p:nvSpPr>
        <p:spPr>
          <a:xfrm>
            <a:off x="8110728" y="2834640"/>
            <a:ext cx="0" cy="256032"/>
          </a:xfrm>
          <a:prstGeom prst="line">
            <a:avLst/>
          </a:prstGeom>
          <a:noFill/>
          <a:ln w="13970">
            <a:solidFill>
              <a:srgbClr val="256B9A"/>
            </a:solidFill>
            <a:prstDash val="solid"/>
          </a:ln>
        </p:spPr>
      </p:sp>
      <p:sp>
        <p:nvSpPr>
          <p:cNvPr id="254" name="Shape 252"/>
          <p:cNvSpPr/>
          <p:nvPr/>
        </p:nvSpPr>
        <p:spPr>
          <a:xfrm>
            <a:off x="6537960" y="3493008"/>
            <a:ext cx="256032" cy="0"/>
          </a:xfrm>
          <a:prstGeom prst="line">
            <a:avLst/>
          </a:prstGeom>
          <a:noFill/>
          <a:ln w="13970">
            <a:solidFill>
              <a:srgbClr val="256B9A"/>
            </a:solidFill>
            <a:prstDash val="solid"/>
          </a:ln>
        </p:spPr>
      </p:sp>
      <p:sp>
        <p:nvSpPr>
          <p:cNvPr id="255" name="Shape 253"/>
          <p:cNvSpPr/>
          <p:nvPr/>
        </p:nvSpPr>
        <p:spPr>
          <a:xfrm>
            <a:off x="6537960" y="3493008"/>
            <a:ext cx="0" cy="0"/>
          </a:xfrm>
          <a:prstGeom prst="line">
            <a:avLst/>
          </a:prstGeom>
          <a:noFill/>
          <a:ln w="13970">
            <a:solidFill>
              <a:srgbClr val="256B9A"/>
            </a:solidFill>
            <a:prstDash val="solid"/>
          </a:ln>
        </p:spPr>
      </p:sp>
      <p:sp>
        <p:nvSpPr>
          <p:cNvPr id="256" name="Shape 254"/>
          <p:cNvSpPr/>
          <p:nvPr/>
        </p:nvSpPr>
        <p:spPr>
          <a:xfrm>
            <a:off x="8110728" y="3493008"/>
            <a:ext cx="0" cy="0"/>
          </a:xfrm>
          <a:prstGeom prst="line">
            <a:avLst/>
          </a:prstGeom>
          <a:noFill/>
          <a:ln w="13970">
            <a:solidFill>
              <a:srgbClr val="256B9A"/>
            </a:solidFill>
            <a:prstDash val="solid"/>
          </a:ln>
        </p:spPr>
      </p:sp>
      <p:sp>
        <p:nvSpPr>
          <p:cNvPr id="257" name="Shape 255"/>
          <p:cNvSpPr/>
          <p:nvPr/>
        </p:nvSpPr>
        <p:spPr>
          <a:xfrm>
            <a:off x="8110728" y="3493008"/>
            <a:ext cx="0" cy="0"/>
          </a:xfrm>
          <a:prstGeom prst="line">
            <a:avLst/>
          </a:prstGeom>
          <a:noFill/>
          <a:ln w="13970">
            <a:solidFill>
              <a:srgbClr val="256B9A"/>
            </a:solidFill>
            <a:prstDash val="solid"/>
          </a:ln>
        </p:spPr>
      </p:sp>
      <p:sp>
        <p:nvSpPr>
          <p:cNvPr id="258" name="Shape 256"/>
          <p:cNvSpPr/>
          <p:nvPr/>
        </p:nvSpPr>
        <p:spPr>
          <a:xfrm>
            <a:off x="6016752" y="2697480"/>
            <a:ext cx="566928" cy="475488"/>
          </a:xfrm>
          <a:prstGeom prst="line">
            <a:avLst/>
          </a:prstGeom>
          <a:noFill/>
          <a:ln w="13970">
            <a:solidFill>
              <a:srgbClr val="256B9A"/>
            </a:solidFill>
            <a:prstDash val="solid"/>
            <a:tailEnd type="triangle"/>
          </a:ln>
        </p:spPr>
      </p:sp>
      <p:sp>
        <p:nvSpPr>
          <p:cNvPr id="259" name="Shape 257"/>
          <p:cNvSpPr/>
          <p:nvPr/>
        </p:nvSpPr>
        <p:spPr>
          <a:xfrm>
            <a:off x="8549640" y="2788920"/>
            <a:ext cx="1664208" cy="749808"/>
          </a:xfrm>
          <a:prstGeom prst="roundRect">
            <a:avLst>
              <a:gd name="adj" fmla="val 7317"/>
            </a:avLst>
          </a:prstGeom>
          <a:solidFill>
            <a:srgbClr val="FFFFFF"/>
          </a:solidFill>
          <a:ln w="15240">
            <a:solidFill>
              <a:srgbClr val="256B9A"/>
            </a:solidFill>
            <a:prstDash val="solid"/>
          </a:ln>
        </p:spPr>
      </p:sp>
      <p:sp>
        <p:nvSpPr>
          <p:cNvPr id="260" name="Shape 258"/>
          <p:cNvSpPr/>
          <p:nvPr/>
        </p:nvSpPr>
        <p:spPr>
          <a:xfrm>
            <a:off x="8659368" y="2898648"/>
            <a:ext cx="713232" cy="310896"/>
          </a:xfrm>
          <a:prstGeom prst="rect">
            <a:avLst/>
          </a:prstGeom>
          <a:solidFill>
            <a:srgbClr val="256B9A"/>
          </a:solidFill>
          <a:ln w="12700">
            <a:solidFill>
              <a:srgbClr val="256B9A"/>
            </a:solidFill>
            <a:prstDash val="solid"/>
          </a:ln>
        </p:spPr>
      </p:sp>
      <p:sp>
        <p:nvSpPr>
          <p:cNvPr id="261" name="Text 259"/>
          <p:cNvSpPr/>
          <p:nvPr/>
        </p:nvSpPr>
        <p:spPr>
          <a:xfrm>
            <a:off x="8732520" y="2953512"/>
            <a:ext cx="566928"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TOOL</a:t>
            </a:r>
            <a:endParaRPr lang="en-US" sz="1050" dirty="0"/>
          </a:p>
        </p:txBody>
      </p:sp>
      <p:sp>
        <p:nvSpPr>
          <p:cNvPr id="262" name="Text 260"/>
          <p:cNvSpPr/>
          <p:nvPr/>
        </p:nvSpPr>
        <p:spPr>
          <a:xfrm>
            <a:off x="8750808" y="3281933"/>
            <a:ext cx="1261872" cy="201927"/>
          </a:xfrm>
          <a:prstGeom prst="rect">
            <a:avLst/>
          </a:prstGeom>
          <a:noFill/>
          <a:ln/>
        </p:spPr>
        <p:txBody>
          <a:bodyPr wrap="square" lIns="635" tIns="635" rIns="635" bIns="635" rtlCol="0" anchor="ctr">
            <a:normAutofit/>
          </a:bodyPr>
          <a:lstStyle/>
          <a:p>
            <a:pPr marL="0" indent="0" algn="ctr">
              <a:lnSpc>
                <a:spcPct val="90000"/>
              </a:lnSpc>
              <a:buNone/>
            </a:pPr>
            <a:r>
              <a:rPr lang="en-US" sz="1250" dirty="0">
                <a:solidFill>
                  <a:srgbClr val="0B1F33"/>
                </a:solidFill>
                <a:latin typeface="Malgun Gothic" pitchFamily="34" charset="0"/>
                <a:ea typeface="Malgun Gothic" pitchFamily="34" charset="-122"/>
                <a:cs typeface="Malgun Gothic" pitchFamily="34" charset="-120"/>
              </a:rPr>
              <a:t>브라우저 조작</a:t>
            </a:r>
            <a:endParaRPr lang="en-US" sz="1250" dirty="0"/>
          </a:p>
        </p:txBody>
      </p:sp>
      <p:sp>
        <p:nvSpPr>
          <p:cNvPr id="263" name="Shape 261"/>
          <p:cNvSpPr/>
          <p:nvPr/>
        </p:nvSpPr>
        <p:spPr>
          <a:xfrm>
            <a:off x="8595360" y="2834640"/>
            <a:ext cx="256032" cy="0"/>
          </a:xfrm>
          <a:prstGeom prst="line">
            <a:avLst/>
          </a:prstGeom>
          <a:noFill/>
          <a:ln w="13970">
            <a:solidFill>
              <a:srgbClr val="256B9A"/>
            </a:solidFill>
            <a:prstDash val="solid"/>
          </a:ln>
        </p:spPr>
      </p:sp>
      <p:sp>
        <p:nvSpPr>
          <p:cNvPr id="264" name="Shape 262"/>
          <p:cNvSpPr/>
          <p:nvPr/>
        </p:nvSpPr>
        <p:spPr>
          <a:xfrm>
            <a:off x="8595360" y="2834640"/>
            <a:ext cx="0" cy="256032"/>
          </a:xfrm>
          <a:prstGeom prst="line">
            <a:avLst/>
          </a:prstGeom>
          <a:noFill/>
          <a:ln w="13970">
            <a:solidFill>
              <a:srgbClr val="256B9A"/>
            </a:solidFill>
            <a:prstDash val="solid"/>
          </a:ln>
        </p:spPr>
      </p:sp>
      <p:sp>
        <p:nvSpPr>
          <p:cNvPr id="265" name="Shape 263"/>
          <p:cNvSpPr/>
          <p:nvPr/>
        </p:nvSpPr>
        <p:spPr>
          <a:xfrm>
            <a:off x="10168128" y="2834640"/>
            <a:ext cx="0" cy="0"/>
          </a:xfrm>
          <a:prstGeom prst="line">
            <a:avLst/>
          </a:prstGeom>
          <a:noFill/>
          <a:ln w="13970">
            <a:solidFill>
              <a:srgbClr val="256B9A"/>
            </a:solidFill>
            <a:prstDash val="solid"/>
          </a:ln>
        </p:spPr>
      </p:sp>
      <p:sp>
        <p:nvSpPr>
          <p:cNvPr id="266" name="Shape 264"/>
          <p:cNvSpPr/>
          <p:nvPr/>
        </p:nvSpPr>
        <p:spPr>
          <a:xfrm>
            <a:off x="10168128" y="2834640"/>
            <a:ext cx="0" cy="256032"/>
          </a:xfrm>
          <a:prstGeom prst="line">
            <a:avLst/>
          </a:prstGeom>
          <a:noFill/>
          <a:ln w="13970">
            <a:solidFill>
              <a:srgbClr val="256B9A"/>
            </a:solidFill>
            <a:prstDash val="solid"/>
          </a:ln>
        </p:spPr>
      </p:sp>
      <p:sp>
        <p:nvSpPr>
          <p:cNvPr id="267" name="Shape 265"/>
          <p:cNvSpPr/>
          <p:nvPr/>
        </p:nvSpPr>
        <p:spPr>
          <a:xfrm>
            <a:off x="8595360" y="3493008"/>
            <a:ext cx="256032" cy="0"/>
          </a:xfrm>
          <a:prstGeom prst="line">
            <a:avLst/>
          </a:prstGeom>
          <a:noFill/>
          <a:ln w="13970">
            <a:solidFill>
              <a:srgbClr val="256B9A"/>
            </a:solidFill>
            <a:prstDash val="solid"/>
          </a:ln>
        </p:spPr>
      </p:sp>
      <p:sp>
        <p:nvSpPr>
          <p:cNvPr id="268" name="Shape 266"/>
          <p:cNvSpPr/>
          <p:nvPr/>
        </p:nvSpPr>
        <p:spPr>
          <a:xfrm>
            <a:off x="8595360" y="3493008"/>
            <a:ext cx="0" cy="0"/>
          </a:xfrm>
          <a:prstGeom prst="line">
            <a:avLst/>
          </a:prstGeom>
          <a:noFill/>
          <a:ln w="13970">
            <a:solidFill>
              <a:srgbClr val="256B9A"/>
            </a:solidFill>
            <a:prstDash val="solid"/>
          </a:ln>
        </p:spPr>
      </p:sp>
      <p:sp>
        <p:nvSpPr>
          <p:cNvPr id="269" name="Shape 267"/>
          <p:cNvSpPr/>
          <p:nvPr/>
        </p:nvSpPr>
        <p:spPr>
          <a:xfrm>
            <a:off x="10168128" y="3493008"/>
            <a:ext cx="0" cy="0"/>
          </a:xfrm>
          <a:prstGeom prst="line">
            <a:avLst/>
          </a:prstGeom>
          <a:noFill/>
          <a:ln w="13970">
            <a:solidFill>
              <a:srgbClr val="256B9A"/>
            </a:solidFill>
            <a:prstDash val="solid"/>
          </a:ln>
        </p:spPr>
      </p:sp>
      <p:sp>
        <p:nvSpPr>
          <p:cNvPr id="270" name="Shape 268"/>
          <p:cNvSpPr/>
          <p:nvPr/>
        </p:nvSpPr>
        <p:spPr>
          <a:xfrm>
            <a:off x="10168128" y="3493008"/>
            <a:ext cx="0" cy="0"/>
          </a:xfrm>
          <a:prstGeom prst="line">
            <a:avLst/>
          </a:prstGeom>
          <a:noFill/>
          <a:ln w="13970">
            <a:solidFill>
              <a:srgbClr val="256B9A"/>
            </a:solidFill>
            <a:prstDash val="solid"/>
          </a:ln>
        </p:spPr>
      </p:sp>
      <p:sp>
        <p:nvSpPr>
          <p:cNvPr id="271" name="Shape 269"/>
          <p:cNvSpPr/>
          <p:nvPr/>
        </p:nvSpPr>
        <p:spPr>
          <a:xfrm>
            <a:off x="6016752" y="2697480"/>
            <a:ext cx="2624328" cy="475488"/>
          </a:xfrm>
          <a:prstGeom prst="line">
            <a:avLst/>
          </a:prstGeom>
          <a:noFill/>
          <a:ln w="13970">
            <a:solidFill>
              <a:srgbClr val="256B9A"/>
            </a:solidFill>
            <a:prstDash val="solid"/>
            <a:tailEnd type="triangle"/>
          </a:ln>
        </p:spPr>
      </p:sp>
      <p:sp>
        <p:nvSpPr>
          <p:cNvPr id="272" name="Shape 270"/>
          <p:cNvSpPr/>
          <p:nvPr/>
        </p:nvSpPr>
        <p:spPr>
          <a:xfrm>
            <a:off x="7616952" y="3684270"/>
            <a:ext cx="1664208" cy="749808"/>
          </a:xfrm>
          <a:prstGeom prst="roundRect">
            <a:avLst>
              <a:gd name="adj" fmla="val 7317"/>
            </a:avLst>
          </a:prstGeom>
          <a:solidFill>
            <a:srgbClr val="FFFFFF"/>
          </a:solidFill>
          <a:ln w="15240">
            <a:solidFill>
              <a:srgbClr val="256B9A"/>
            </a:solidFill>
            <a:prstDash val="solid"/>
          </a:ln>
        </p:spPr>
      </p:sp>
      <p:sp>
        <p:nvSpPr>
          <p:cNvPr id="273" name="Shape 271"/>
          <p:cNvSpPr/>
          <p:nvPr/>
        </p:nvSpPr>
        <p:spPr>
          <a:xfrm>
            <a:off x="7700940" y="3808477"/>
            <a:ext cx="713232" cy="310896"/>
          </a:xfrm>
          <a:prstGeom prst="rect">
            <a:avLst/>
          </a:prstGeom>
          <a:solidFill>
            <a:srgbClr val="256B9A"/>
          </a:solidFill>
          <a:ln w="12700">
            <a:solidFill>
              <a:srgbClr val="256B9A"/>
            </a:solidFill>
            <a:prstDash val="solid"/>
          </a:ln>
        </p:spPr>
      </p:sp>
      <p:sp>
        <p:nvSpPr>
          <p:cNvPr id="274" name="Text 272"/>
          <p:cNvSpPr/>
          <p:nvPr/>
        </p:nvSpPr>
        <p:spPr>
          <a:xfrm>
            <a:off x="7776973" y="3851148"/>
            <a:ext cx="566928" cy="219456"/>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TOOL</a:t>
            </a:r>
            <a:endParaRPr lang="en-US" sz="1050" dirty="0"/>
          </a:p>
        </p:txBody>
      </p:sp>
      <p:sp>
        <p:nvSpPr>
          <p:cNvPr id="275" name="Text 273"/>
          <p:cNvSpPr/>
          <p:nvPr/>
        </p:nvSpPr>
        <p:spPr>
          <a:xfrm>
            <a:off x="7744968" y="4626864"/>
            <a:ext cx="1261872" cy="54864"/>
          </a:xfrm>
          <a:prstGeom prst="rect">
            <a:avLst/>
          </a:prstGeom>
          <a:noFill/>
          <a:ln/>
        </p:spPr>
        <p:txBody>
          <a:bodyPr wrap="square" lIns="635" tIns="635" rIns="635" bIns="635" rtlCol="0" anchor="ctr">
            <a:normAutofit fontScale="32500" lnSpcReduction="20000"/>
          </a:bodyPr>
          <a:lstStyle/>
          <a:p>
            <a:pPr marL="0" indent="0" algn="ctr">
              <a:lnSpc>
                <a:spcPct val="90000"/>
              </a:lnSpc>
              <a:buNone/>
            </a:pPr>
            <a:r>
              <a:rPr lang="en-US" sz="1250" dirty="0">
                <a:solidFill>
                  <a:srgbClr val="0B1F33"/>
                </a:solidFill>
                <a:latin typeface="Malgun Gothic" pitchFamily="34" charset="0"/>
                <a:ea typeface="Malgun Gothic" pitchFamily="34" charset="-122"/>
                <a:cs typeface="Malgun Gothic" pitchFamily="34" charset="-120"/>
              </a:rPr>
              <a:t>문서 생성</a:t>
            </a:r>
            <a:endParaRPr lang="en-US" sz="1250" dirty="0"/>
          </a:p>
        </p:txBody>
      </p:sp>
      <p:sp>
        <p:nvSpPr>
          <p:cNvPr id="276" name="Shape 274"/>
          <p:cNvSpPr/>
          <p:nvPr/>
        </p:nvSpPr>
        <p:spPr>
          <a:xfrm>
            <a:off x="7674187" y="3715174"/>
            <a:ext cx="256032" cy="0"/>
          </a:xfrm>
          <a:prstGeom prst="line">
            <a:avLst/>
          </a:prstGeom>
          <a:noFill/>
          <a:ln w="13970">
            <a:solidFill>
              <a:srgbClr val="256B9A"/>
            </a:solidFill>
            <a:prstDash val="solid"/>
          </a:ln>
        </p:spPr>
      </p:sp>
      <p:sp>
        <p:nvSpPr>
          <p:cNvPr id="277" name="Shape 275"/>
          <p:cNvSpPr/>
          <p:nvPr/>
        </p:nvSpPr>
        <p:spPr>
          <a:xfrm>
            <a:off x="7674187" y="3768513"/>
            <a:ext cx="0" cy="256032"/>
          </a:xfrm>
          <a:prstGeom prst="line">
            <a:avLst/>
          </a:prstGeom>
          <a:noFill/>
          <a:ln w="13970">
            <a:solidFill>
              <a:srgbClr val="256B9A"/>
            </a:solidFill>
            <a:prstDash val="solid"/>
          </a:ln>
        </p:spPr>
      </p:sp>
      <p:sp>
        <p:nvSpPr>
          <p:cNvPr id="278" name="Shape 276"/>
          <p:cNvSpPr/>
          <p:nvPr/>
        </p:nvSpPr>
        <p:spPr>
          <a:xfrm>
            <a:off x="9162288" y="4142232"/>
            <a:ext cx="0" cy="0"/>
          </a:xfrm>
          <a:prstGeom prst="line">
            <a:avLst/>
          </a:prstGeom>
          <a:noFill/>
          <a:ln w="13970">
            <a:solidFill>
              <a:srgbClr val="256B9A"/>
            </a:solidFill>
            <a:prstDash val="solid"/>
          </a:ln>
        </p:spPr>
      </p:sp>
      <p:sp>
        <p:nvSpPr>
          <p:cNvPr id="279" name="Shape 277"/>
          <p:cNvSpPr/>
          <p:nvPr/>
        </p:nvSpPr>
        <p:spPr>
          <a:xfrm>
            <a:off x="9213088" y="3768513"/>
            <a:ext cx="0" cy="256032"/>
          </a:xfrm>
          <a:prstGeom prst="line">
            <a:avLst/>
          </a:prstGeom>
          <a:noFill/>
          <a:ln w="13970">
            <a:solidFill>
              <a:srgbClr val="256B9A"/>
            </a:solidFill>
            <a:prstDash val="solid"/>
          </a:ln>
        </p:spPr>
      </p:sp>
      <p:sp>
        <p:nvSpPr>
          <p:cNvPr id="280" name="Shape 278"/>
          <p:cNvSpPr/>
          <p:nvPr/>
        </p:nvSpPr>
        <p:spPr>
          <a:xfrm>
            <a:off x="7589520" y="4800600"/>
            <a:ext cx="256032" cy="0"/>
          </a:xfrm>
          <a:prstGeom prst="line">
            <a:avLst/>
          </a:prstGeom>
          <a:noFill/>
          <a:ln w="13970">
            <a:solidFill>
              <a:srgbClr val="256B9A"/>
            </a:solidFill>
            <a:prstDash val="solid"/>
          </a:ln>
        </p:spPr>
      </p:sp>
      <p:sp>
        <p:nvSpPr>
          <p:cNvPr id="281" name="Shape 279"/>
          <p:cNvSpPr/>
          <p:nvPr/>
        </p:nvSpPr>
        <p:spPr>
          <a:xfrm>
            <a:off x="7589520" y="4800600"/>
            <a:ext cx="0" cy="0"/>
          </a:xfrm>
          <a:prstGeom prst="line">
            <a:avLst/>
          </a:prstGeom>
          <a:noFill/>
          <a:ln w="13970">
            <a:solidFill>
              <a:srgbClr val="256B9A"/>
            </a:solidFill>
            <a:prstDash val="solid"/>
          </a:ln>
        </p:spPr>
      </p:sp>
      <p:sp>
        <p:nvSpPr>
          <p:cNvPr id="282" name="Shape 280"/>
          <p:cNvSpPr/>
          <p:nvPr/>
        </p:nvSpPr>
        <p:spPr>
          <a:xfrm>
            <a:off x="9162288" y="4800600"/>
            <a:ext cx="0" cy="0"/>
          </a:xfrm>
          <a:prstGeom prst="line">
            <a:avLst/>
          </a:prstGeom>
          <a:noFill/>
          <a:ln w="13970">
            <a:solidFill>
              <a:srgbClr val="256B9A"/>
            </a:solidFill>
            <a:prstDash val="solid"/>
          </a:ln>
        </p:spPr>
      </p:sp>
      <p:sp>
        <p:nvSpPr>
          <p:cNvPr id="283" name="Shape 281"/>
          <p:cNvSpPr/>
          <p:nvPr/>
        </p:nvSpPr>
        <p:spPr>
          <a:xfrm>
            <a:off x="9162288" y="4800600"/>
            <a:ext cx="0" cy="0"/>
          </a:xfrm>
          <a:prstGeom prst="line">
            <a:avLst/>
          </a:prstGeom>
          <a:noFill/>
          <a:ln w="13970">
            <a:solidFill>
              <a:srgbClr val="256B9A"/>
            </a:solidFill>
            <a:prstDash val="solid"/>
          </a:ln>
        </p:spPr>
      </p:sp>
      <p:sp>
        <p:nvSpPr>
          <p:cNvPr id="284" name="Shape 282"/>
          <p:cNvSpPr/>
          <p:nvPr/>
        </p:nvSpPr>
        <p:spPr>
          <a:xfrm>
            <a:off x="6016752" y="2697480"/>
            <a:ext cx="1618488" cy="1783080"/>
          </a:xfrm>
          <a:prstGeom prst="line">
            <a:avLst/>
          </a:prstGeom>
          <a:noFill/>
          <a:ln w="13970">
            <a:solidFill>
              <a:srgbClr val="256B9A"/>
            </a:solidFill>
            <a:prstDash val="solid"/>
            <a:tailEnd type="triangle"/>
          </a:ln>
        </p:spPr>
      </p:sp>
      <p:sp>
        <p:nvSpPr>
          <p:cNvPr id="285" name="Shape 283"/>
          <p:cNvSpPr/>
          <p:nvPr/>
        </p:nvSpPr>
        <p:spPr>
          <a:xfrm>
            <a:off x="1005840" y="4617720"/>
            <a:ext cx="8915400" cy="1353312"/>
          </a:xfrm>
          <a:prstGeom prst="rect">
            <a:avLst/>
          </a:prstGeom>
          <a:solidFill>
            <a:srgbClr val="FFFFFF">
              <a:alpha val="95000"/>
            </a:srgbClr>
          </a:solidFill>
          <a:ln w="13970">
            <a:solidFill>
              <a:srgbClr val="153A5B"/>
            </a:solidFill>
            <a:prstDash val="solid"/>
          </a:ln>
        </p:spPr>
      </p:sp>
      <p:sp>
        <p:nvSpPr>
          <p:cNvPr id="286" name="Shape 284"/>
          <p:cNvSpPr/>
          <p:nvPr/>
        </p:nvSpPr>
        <p:spPr>
          <a:xfrm>
            <a:off x="1005840" y="4617720"/>
            <a:ext cx="1051560" cy="338328"/>
          </a:xfrm>
          <a:prstGeom prst="rect">
            <a:avLst/>
          </a:prstGeom>
          <a:solidFill>
            <a:srgbClr val="153A5B"/>
          </a:solidFill>
          <a:ln w="6350">
            <a:solidFill>
              <a:srgbClr val="FFFFFF"/>
            </a:solidFill>
            <a:prstDash val="solid"/>
          </a:ln>
        </p:spPr>
      </p:sp>
      <p:sp>
        <p:nvSpPr>
          <p:cNvPr id="287" name="Text 285"/>
          <p:cNvSpPr/>
          <p:nvPr/>
        </p:nvSpPr>
        <p:spPr>
          <a:xfrm>
            <a:off x="1078992" y="4754880"/>
            <a:ext cx="905256" cy="155448"/>
          </a:xfrm>
          <a:prstGeom prst="rect">
            <a:avLst/>
          </a:prstGeom>
          <a:noFill/>
          <a:ln/>
        </p:spPr>
        <p:txBody>
          <a:bodyPr wrap="square" lIns="635" tIns="635" rIns="635" bIns="635" rtlCol="0" anchor="ctr">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구분</a:t>
            </a:r>
            <a:endParaRPr lang="en-US" sz="1050" dirty="0"/>
          </a:p>
        </p:txBody>
      </p:sp>
      <p:sp>
        <p:nvSpPr>
          <p:cNvPr id="288" name="Shape 286"/>
          <p:cNvSpPr/>
          <p:nvPr/>
        </p:nvSpPr>
        <p:spPr>
          <a:xfrm>
            <a:off x="2057400" y="4617720"/>
            <a:ext cx="3931920" cy="338328"/>
          </a:xfrm>
          <a:prstGeom prst="rect">
            <a:avLst/>
          </a:prstGeom>
          <a:solidFill>
            <a:srgbClr val="EA6A1A">
              <a:alpha val="96000"/>
            </a:srgbClr>
          </a:solidFill>
          <a:ln w="6350">
            <a:solidFill>
              <a:srgbClr val="FFFFFF"/>
            </a:solidFill>
            <a:prstDash val="solid"/>
          </a:ln>
        </p:spPr>
      </p:sp>
      <p:sp>
        <p:nvSpPr>
          <p:cNvPr id="289" name="Text 287"/>
          <p:cNvSpPr/>
          <p:nvPr/>
        </p:nvSpPr>
        <p:spPr>
          <a:xfrm>
            <a:off x="2130552" y="4754880"/>
            <a:ext cx="3785616" cy="155448"/>
          </a:xfrm>
          <a:prstGeom prst="rect">
            <a:avLst/>
          </a:prstGeom>
          <a:noFill/>
          <a:ln/>
        </p:spPr>
        <p:txBody>
          <a:bodyPr wrap="square" lIns="635" tIns="635" rIns="635" bIns="635" rtlCol="0" anchor="ctr">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API</a:t>
            </a:r>
            <a:endParaRPr lang="en-US" sz="1050" dirty="0"/>
          </a:p>
        </p:txBody>
      </p:sp>
      <p:sp>
        <p:nvSpPr>
          <p:cNvPr id="290" name="Shape 288"/>
          <p:cNvSpPr/>
          <p:nvPr/>
        </p:nvSpPr>
        <p:spPr>
          <a:xfrm>
            <a:off x="5989320" y="4617720"/>
            <a:ext cx="3931920" cy="338328"/>
          </a:xfrm>
          <a:prstGeom prst="rect">
            <a:avLst/>
          </a:prstGeom>
          <a:solidFill>
            <a:srgbClr val="EA6A1A">
              <a:alpha val="96000"/>
            </a:srgbClr>
          </a:solidFill>
          <a:ln w="6350">
            <a:solidFill>
              <a:srgbClr val="FFFFFF"/>
            </a:solidFill>
            <a:prstDash val="solid"/>
          </a:ln>
        </p:spPr>
      </p:sp>
      <p:sp>
        <p:nvSpPr>
          <p:cNvPr id="291" name="Text 289"/>
          <p:cNvSpPr/>
          <p:nvPr/>
        </p:nvSpPr>
        <p:spPr>
          <a:xfrm>
            <a:off x="6062472" y="4754880"/>
            <a:ext cx="3785616" cy="155448"/>
          </a:xfrm>
          <a:prstGeom prst="rect">
            <a:avLst/>
          </a:prstGeom>
          <a:noFill/>
          <a:ln/>
        </p:spPr>
        <p:txBody>
          <a:bodyPr wrap="square" lIns="635" tIns="635" rIns="635" bIns="635" rtlCol="0" anchor="ctr">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MCP</a:t>
            </a:r>
            <a:endParaRPr lang="en-US" sz="1050" dirty="0"/>
          </a:p>
        </p:txBody>
      </p:sp>
      <p:sp>
        <p:nvSpPr>
          <p:cNvPr id="292" name="Shape 290"/>
          <p:cNvSpPr/>
          <p:nvPr/>
        </p:nvSpPr>
        <p:spPr>
          <a:xfrm>
            <a:off x="1005840" y="4956048"/>
            <a:ext cx="1051560" cy="338328"/>
          </a:xfrm>
          <a:prstGeom prst="rect">
            <a:avLst/>
          </a:prstGeom>
          <a:solidFill>
            <a:srgbClr val="FFFFFF">
              <a:alpha val="98000"/>
            </a:srgbClr>
          </a:solidFill>
          <a:ln w="7620">
            <a:solidFill>
              <a:srgbClr val="C9D8E4"/>
            </a:solidFill>
            <a:prstDash val="solid"/>
          </a:ln>
        </p:spPr>
      </p:sp>
      <p:sp>
        <p:nvSpPr>
          <p:cNvPr id="293" name="Text 291"/>
          <p:cNvSpPr/>
          <p:nvPr/>
        </p:nvSpPr>
        <p:spPr>
          <a:xfrm>
            <a:off x="1097280" y="5047488"/>
            <a:ext cx="868680" cy="173736"/>
          </a:xfrm>
          <a:prstGeom prst="rect">
            <a:avLst/>
          </a:prstGeom>
          <a:noFill/>
          <a:ln/>
        </p:spPr>
        <p:txBody>
          <a:bodyPr wrap="square" lIns="635" tIns="635" rIns="635" bIns="635" rtlCol="0" anchor="ctr">
            <a:normAutofit/>
          </a:bodyPr>
          <a:lstStyle/>
          <a:p>
            <a:pPr marL="0" indent="0" algn="ctr">
              <a:lnSpc>
                <a:spcPct val="90000"/>
              </a:lnSpc>
              <a:buNone/>
            </a:pPr>
            <a:r>
              <a:rPr lang="en-US" sz="1050" b="1" dirty="0">
                <a:solidFill>
                  <a:srgbClr val="2A3844"/>
                </a:solidFill>
                <a:latin typeface="Malgun Gothic" pitchFamily="34" charset="0"/>
                <a:ea typeface="Malgun Gothic" pitchFamily="34" charset="-122"/>
                <a:cs typeface="Malgun Gothic" pitchFamily="34" charset="-120"/>
              </a:rPr>
              <a:t>비유</a:t>
            </a:r>
            <a:endParaRPr lang="en-US" sz="1050" dirty="0"/>
          </a:p>
        </p:txBody>
      </p:sp>
      <p:sp>
        <p:nvSpPr>
          <p:cNvPr id="294" name="Shape 292"/>
          <p:cNvSpPr/>
          <p:nvPr/>
        </p:nvSpPr>
        <p:spPr>
          <a:xfrm>
            <a:off x="2057400" y="4956048"/>
            <a:ext cx="3931920" cy="338328"/>
          </a:xfrm>
          <a:prstGeom prst="rect">
            <a:avLst/>
          </a:prstGeom>
          <a:solidFill>
            <a:srgbClr val="FFFFFF">
              <a:alpha val="98000"/>
            </a:srgbClr>
          </a:solidFill>
          <a:ln w="7620">
            <a:solidFill>
              <a:srgbClr val="C9D8E4"/>
            </a:solidFill>
            <a:prstDash val="solid"/>
          </a:ln>
        </p:spPr>
      </p:sp>
      <p:sp>
        <p:nvSpPr>
          <p:cNvPr id="295" name="Text 293"/>
          <p:cNvSpPr/>
          <p:nvPr/>
        </p:nvSpPr>
        <p:spPr>
          <a:xfrm>
            <a:off x="2148840" y="5047488"/>
            <a:ext cx="3749040" cy="173736"/>
          </a:xfrm>
          <a:prstGeom prst="rect">
            <a:avLst/>
          </a:prstGeom>
          <a:noFill/>
          <a:ln/>
        </p:spPr>
        <p:txBody>
          <a:bodyPr wrap="square" lIns="635" tIns="635" rIns="635" bIns="635" rtlCol="0" anchor="ctr">
            <a:normAutofit/>
          </a:bodyPr>
          <a:lstStyle/>
          <a:p>
            <a:pPr marL="0" indent="0" algn="l">
              <a:lnSpc>
                <a:spcPct val="90000"/>
              </a:lnSpc>
              <a:buNone/>
            </a:pPr>
            <a:r>
              <a:rPr lang="en-US" sz="1050" dirty="0">
                <a:solidFill>
                  <a:srgbClr val="0B1F33"/>
                </a:solidFill>
                <a:latin typeface="Malgun Gothic" pitchFamily="34" charset="0"/>
                <a:ea typeface="Malgun Gothic" pitchFamily="34" charset="-122"/>
                <a:cs typeface="Malgun Gothic" pitchFamily="34" charset="-120"/>
              </a:rPr>
              <a:t>민원 창구 하나</a:t>
            </a:r>
            <a:endParaRPr lang="en-US" sz="1050" dirty="0"/>
          </a:p>
        </p:txBody>
      </p:sp>
      <p:sp>
        <p:nvSpPr>
          <p:cNvPr id="296" name="Shape 294"/>
          <p:cNvSpPr/>
          <p:nvPr/>
        </p:nvSpPr>
        <p:spPr>
          <a:xfrm>
            <a:off x="5989320" y="4956048"/>
            <a:ext cx="3931920" cy="338328"/>
          </a:xfrm>
          <a:prstGeom prst="rect">
            <a:avLst/>
          </a:prstGeom>
          <a:solidFill>
            <a:srgbClr val="FFFFFF">
              <a:alpha val="98000"/>
            </a:srgbClr>
          </a:solidFill>
          <a:ln w="7620">
            <a:solidFill>
              <a:srgbClr val="C9D8E4"/>
            </a:solidFill>
            <a:prstDash val="solid"/>
          </a:ln>
        </p:spPr>
      </p:sp>
      <p:sp>
        <p:nvSpPr>
          <p:cNvPr id="297" name="Text 295"/>
          <p:cNvSpPr/>
          <p:nvPr/>
        </p:nvSpPr>
        <p:spPr>
          <a:xfrm>
            <a:off x="6080760" y="5047488"/>
            <a:ext cx="3749040" cy="173736"/>
          </a:xfrm>
          <a:prstGeom prst="rect">
            <a:avLst/>
          </a:prstGeom>
          <a:noFill/>
          <a:ln/>
        </p:spPr>
        <p:txBody>
          <a:bodyPr wrap="square" lIns="635" tIns="635" rIns="635" bIns="635" rtlCol="0" anchor="ctr">
            <a:normAutofit/>
          </a:bodyPr>
          <a:lstStyle/>
          <a:p>
            <a:pPr marL="0" indent="0" algn="l">
              <a:lnSpc>
                <a:spcPct val="90000"/>
              </a:lnSpc>
              <a:buNone/>
            </a:pPr>
            <a:r>
              <a:rPr lang="en-US" sz="1050" dirty="0">
                <a:solidFill>
                  <a:srgbClr val="0B1F33"/>
                </a:solidFill>
                <a:latin typeface="Malgun Gothic" pitchFamily="34" charset="0"/>
                <a:ea typeface="Malgun Gothic" pitchFamily="34" charset="-122"/>
                <a:cs typeface="Malgun Gothic" pitchFamily="34" charset="-120"/>
              </a:rPr>
              <a:t>AI용 USB-C 허브</a:t>
            </a:r>
            <a:endParaRPr lang="en-US" sz="1050" dirty="0"/>
          </a:p>
        </p:txBody>
      </p:sp>
      <p:sp>
        <p:nvSpPr>
          <p:cNvPr id="298" name="Shape 296"/>
          <p:cNvSpPr/>
          <p:nvPr/>
        </p:nvSpPr>
        <p:spPr>
          <a:xfrm>
            <a:off x="1005840" y="5294376"/>
            <a:ext cx="1051560" cy="338328"/>
          </a:xfrm>
          <a:prstGeom prst="rect">
            <a:avLst/>
          </a:prstGeom>
          <a:solidFill>
            <a:srgbClr val="EFF7FC">
              <a:alpha val="98000"/>
            </a:srgbClr>
          </a:solidFill>
          <a:ln w="7620">
            <a:solidFill>
              <a:srgbClr val="C9D8E4"/>
            </a:solidFill>
            <a:prstDash val="solid"/>
          </a:ln>
        </p:spPr>
      </p:sp>
      <p:sp>
        <p:nvSpPr>
          <p:cNvPr id="299" name="Text 297"/>
          <p:cNvSpPr/>
          <p:nvPr/>
        </p:nvSpPr>
        <p:spPr>
          <a:xfrm>
            <a:off x="1097280" y="5385816"/>
            <a:ext cx="868680" cy="173736"/>
          </a:xfrm>
          <a:prstGeom prst="rect">
            <a:avLst/>
          </a:prstGeom>
          <a:noFill/>
          <a:ln/>
        </p:spPr>
        <p:txBody>
          <a:bodyPr wrap="square" lIns="635" tIns="635" rIns="635" bIns="635" rtlCol="0" anchor="ctr">
            <a:normAutofit/>
          </a:bodyPr>
          <a:lstStyle/>
          <a:p>
            <a:pPr marL="0" indent="0" algn="ctr">
              <a:lnSpc>
                <a:spcPct val="90000"/>
              </a:lnSpc>
              <a:buNone/>
            </a:pPr>
            <a:r>
              <a:rPr lang="en-US" sz="1050" b="1" dirty="0">
                <a:solidFill>
                  <a:srgbClr val="2A3844"/>
                </a:solidFill>
                <a:latin typeface="Malgun Gothic" pitchFamily="34" charset="0"/>
                <a:ea typeface="Malgun Gothic" pitchFamily="34" charset="-122"/>
                <a:cs typeface="Malgun Gothic" pitchFamily="34" charset="-120"/>
              </a:rPr>
              <a:t>목적</a:t>
            </a:r>
            <a:endParaRPr lang="en-US" sz="1050" dirty="0"/>
          </a:p>
        </p:txBody>
      </p:sp>
      <p:sp>
        <p:nvSpPr>
          <p:cNvPr id="300" name="Shape 298"/>
          <p:cNvSpPr/>
          <p:nvPr/>
        </p:nvSpPr>
        <p:spPr>
          <a:xfrm>
            <a:off x="2057400" y="5294376"/>
            <a:ext cx="3931920" cy="338328"/>
          </a:xfrm>
          <a:prstGeom prst="rect">
            <a:avLst/>
          </a:prstGeom>
          <a:solidFill>
            <a:srgbClr val="EFF7FC">
              <a:alpha val="98000"/>
            </a:srgbClr>
          </a:solidFill>
          <a:ln w="7620">
            <a:solidFill>
              <a:srgbClr val="C9D8E4"/>
            </a:solidFill>
            <a:prstDash val="solid"/>
          </a:ln>
        </p:spPr>
      </p:sp>
      <p:sp>
        <p:nvSpPr>
          <p:cNvPr id="301" name="Text 299"/>
          <p:cNvSpPr/>
          <p:nvPr/>
        </p:nvSpPr>
        <p:spPr>
          <a:xfrm>
            <a:off x="2148840" y="5385816"/>
            <a:ext cx="3749040" cy="173736"/>
          </a:xfrm>
          <a:prstGeom prst="rect">
            <a:avLst/>
          </a:prstGeom>
          <a:noFill/>
          <a:ln/>
        </p:spPr>
        <p:txBody>
          <a:bodyPr wrap="square" lIns="635" tIns="635" rIns="635" bIns="635" rtlCol="0" anchor="ctr">
            <a:normAutofit/>
          </a:bodyPr>
          <a:lstStyle/>
          <a:p>
            <a:pPr marL="0" indent="0" algn="l">
              <a:lnSpc>
                <a:spcPct val="90000"/>
              </a:lnSpc>
              <a:buNone/>
            </a:pPr>
            <a:r>
              <a:rPr lang="en-US" sz="1050" dirty="0">
                <a:solidFill>
                  <a:srgbClr val="0B1F33"/>
                </a:solidFill>
                <a:latin typeface="Malgun Gothic" pitchFamily="34" charset="0"/>
                <a:ea typeface="Malgun Gothic" pitchFamily="34" charset="-122"/>
                <a:cs typeface="Malgun Gothic" pitchFamily="34" charset="-120"/>
              </a:rPr>
              <a:t>서비스와 요청/응답</a:t>
            </a:r>
            <a:endParaRPr lang="en-US" sz="1050" dirty="0"/>
          </a:p>
        </p:txBody>
      </p:sp>
      <p:sp>
        <p:nvSpPr>
          <p:cNvPr id="302" name="Shape 300"/>
          <p:cNvSpPr/>
          <p:nvPr/>
        </p:nvSpPr>
        <p:spPr>
          <a:xfrm>
            <a:off x="5989320" y="5294376"/>
            <a:ext cx="3931920" cy="338328"/>
          </a:xfrm>
          <a:prstGeom prst="rect">
            <a:avLst/>
          </a:prstGeom>
          <a:solidFill>
            <a:srgbClr val="EFF7FC">
              <a:alpha val="98000"/>
            </a:srgbClr>
          </a:solidFill>
          <a:ln w="7620">
            <a:solidFill>
              <a:srgbClr val="C9D8E4"/>
            </a:solidFill>
            <a:prstDash val="solid"/>
          </a:ln>
        </p:spPr>
      </p:sp>
      <p:sp>
        <p:nvSpPr>
          <p:cNvPr id="303" name="Text 301"/>
          <p:cNvSpPr/>
          <p:nvPr/>
        </p:nvSpPr>
        <p:spPr>
          <a:xfrm>
            <a:off x="6080760" y="5385816"/>
            <a:ext cx="3749040" cy="173736"/>
          </a:xfrm>
          <a:prstGeom prst="rect">
            <a:avLst/>
          </a:prstGeom>
          <a:noFill/>
          <a:ln/>
        </p:spPr>
        <p:txBody>
          <a:bodyPr wrap="square" lIns="635" tIns="635" rIns="635" bIns="635" rtlCol="0" anchor="ctr">
            <a:normAutofit/>
          </a:bodyPr>
          <a:lstStyle/>
          <a:p>
            <a:pPr marL="0" indent="0" algn="l">
              <a:lnSpc>
                <a:spcPct val="90000"/>
              </a:lnSpc>
              <a:buNone/>
            </a:pPr>
            <a:r>
              <a:rPr lang="en-US" sz="1050" dirty="0">
                <a:solidFill>
                  <a:srgbClr val="0B1F33"/>
                </a:solidFill>
                <a:latin typeface="Malgun Gothic" pitchFamily="34" charset="0"/>
                <a:ea typeface="Malgun Gothic" pitchFamily="34" charset="-122"/>
                <a:cs typeface="Malgun Gothic" pitchFamily="34" charset="-120"/>
              </a:rPr>
              <a:t>AI가 여러 도구 사용</a:t>
            </a:r>
            <a:endParaRPr lang="en-US" sz="1050" dirty="0"/>
          </a:p>
        </p:txBody>
      </p:sp>
      <p:sp>
        <p:nvSpPr>
          <p:cNvPr id="304" name="Shape 302"/>
          <p:cNvSpPr/>
          <p:nvPr/>
        </p:nvSpPr>
        <p:spPr>
          <a:xfrm>
            <a:off x="1005840" y="5632704"/>
            <a:ext cx="1051560" cy="338328"/>
          </a:xfrm>
          <a:prstGeom prst="rect">
            <a:avLst/>
          </a:prstGeom>
          <a:solidFill>
            <a:srgbClr val="FFFFFF">
              <a:alpha val="98000"/>
            </a:srgbClr>
          </a:solidFill>
          <a:ln w="7620">
            <a:solidFill>
              <a:srgbClr val="C9D8E4"/>
            </a:solidFill>
            <a:prstDash val="solid"/>
          </a:ln>
        </p:spPr>
      </p:sp>
      <p:sp>
        <p:nvSpPr>
          <p:cNvPr id="305" name="Text 303"/>
          <p:cNvSpPr/>
          <p:nvPr/>
        </p:nvSpPr>
        <p:spPr>
          <a:xfrm>
            <a:off x="1097280" y="5724144"/>
            <a:ext cx="868680" cy="173736"/>
          </a:xfrm>
          <a:prstGeom prst="rect">
            <a:avLst/>
          </a:prstGeom>
          <a:noFill/>
          <a:ln/>
        </p:spPr>
        <p:txBody>
          <a:bodyPr wrap="square" lIns="635" tIns="635" rIns="635" bIns="635" rtlCol="0" anchor="ctr">
            <a:normAutofit/>
          </a:bodyPr>
          <a:lstStyle/>
          <a:p>
            <a:pPr marL="0" indent="0" algn="ctr">
              <a:lnSpc>
                <a:spcPct val="90000"/>
              </a:lnSpc>
              <a:buNone/>
            </a:pPr>
            <a:r>
              <a:rPr lang="en-US" sz="1050" b="1" dirty="0">
                <a:solidFill>
                  <a:srgbClr val="2A3844"/>
                </a:solidFill>
                <a:latin typeface="Malgun Gothic" pitchFamily="34" charset="0"/>
                <a:ea typeface="Malgun Gothic" pitchFamily="34" charset="-122"/>
                <a:cs typeface="Malgun Gothic" pitchFamily="34" charset="-120"/>
              </a:rPr>
              <a:t>학교</a:t>
            </a:r>
            <a:endParaRPr lang="en-US" sz="1050" dirty="0"/>
          </a:p>
        </p:txBody>
      </p:sp>
      <p:sp>
        <p:nvSpPr>
          <p:cNvPr id="306" name="Shape 304"/>
          <p:cNvSpPr/>
          <p:nvPr/>
        </p:nvSpPr>
        <p:spPr>
          <a:xfrm>
            <a:off x="2057400" y="5632704"/>
            <a:ext cx="3931920" cy="338328"/>
          </a:xfrm>
          <a:prstGeom prst="rect">
            <a:avLst/>
          </a:prstGeom>
          <a:solidFill>
            <a:srgbClr val="FFFFFF">
              <a:alpha val="98000"/>
            </a:srgbClr>
          </a:solidFill>
          <a:ln w="7620">
            <a:solidFill>
              <a:srgbClr val="C9D8E4"/>
            </a:solidFill>
            <a:prstDash val="solid"/>
          </a:ln>
        </p:spPr>
      </p:sp>
      <p:sp>
        <p:nvSpPr>
          <p:cNvPr id="307" name="Text 305"/>
          <p:cNvSpPr/>
          <p:nvPr/>
        </p:nvSpPr>
        <p:spPr>
          <a:xfrm>
            <a:off x="2148840" y="5724144"/>
            <a:ext cx="3749040" cy="173736"/>
          </a:xfrm>
          <a:prstGeom prst="rect">
            <a:avLst/>
          </a:prstGeom>
          <a:noFill/>
          <a:ln/>
        </p:spPr>
        <p:txBody>
          <a:bodyPr wrap="square" lIns="635" tIns="635" rIns="635" bIns="635" rtlCol="0" anchor="ctr">
            <a:normAutofit/>
          </a:bodyPr>
          <a:lstStyle/>
          <a:p>
            <a:pPr marL="0" indent="0" algn="l">
              <a:lnSpc>
                <a:spcPct val="90000"/>
              </a:lnSpc>
              <a:buNone/>
            </a:pPr>
            <a:r>
              <a:rPr lang="en-US" sz="1050" dirty="0">
                <a:solidFill>
                  <a:srgbClr val="0B1F33"/>
                </a:solidFill>
                <a:latin typeface="Malgun Gothic" pitchFamily="34" charset="0"/>
                <a:ea typeface="Malgun Gothic" pitchFamily="34" charset="-122"/>
                <a:cs typeface="Malgun Gothic" pitchFamily="34" charset="-120"/>
              </a:rPr>
              <a:t>정해진 서식 제출</a:t>
            </a:r>
            <a:endParaRPr lang="en-US" sz="1050" dirty="0"/>
          </a:p>
        </p:txBody>
      </p:sp>
      <p:sp>
        <p:nvSpPr>
          <p:cNvPr id="308" name="Shape 306"/>
          <p:cNvSpPr/>
          <p:nvPr/>
        </p:nvSpPr>
        <p:spPr>
          <a:xfrm>
            <a:off x="5989320" y="5632704"/>
            <a:ext cx="3931920" cy="338328"/>
          </a:xfrm>
          <a:prstGeom prst="rect">
            <a:avLst/>
          </a:prstGeom>
          <a:solidFill>
            <a:srgbClr val="FFFFFF">
              <a:alpha val="98000"/>
            </a:srgbClr>
          </a:solidFill>
          <a:ln w="7620">
            <a:solidFill>
              <a:srgbClr val="C9D8E4"/>
            </a:solidFill>
            <a:prstDash val="solid"/>
          </a:ln>
        </p:spPr>
      </p:sp>
      <p:sp>
        <p:nvSpPr>
          <p:cNvPr id="309" name="Text 307"/>
          <p:cNvSpPr/>
          <p:nvPr/>
        </p:nvSpPr>
        <p:spPr>
          <a:xfrm>
            <a:off x="6080760" y="5724144"/>
            <a:ext cx="3749040" cy="173736"/>
          </a:xfrm>
          <a:prstGeom prst="rect">
            <a:avLst/>
          </a:prstGeom>
          <a:noFill/>
          <a:ln/>
        </p:spPr>
        <p:txBody>
          <a:bodyPr wrap="square" lIns="635" tIns="635" rIns="635" bIns="635" rtlCol="0" anchor="ctr">
            <a:normAutofit/>
          </a:bodyPr>
          <a:lstStyle/>
          <a:p>
            <a:pPr marL="0" indent="0" algn="l">
              <a:lnSpc>
                <a:spcPct val="90000"/>
              </a:lnSpc>
              <a:buNone/>
            </a:pPr>
            <a:r>
              <a:rPr lang="en-US" sz="1050" dirty="0">
                <a:solidFill>
                  <a:srgbClr val="0B1F33"/>
                </a:solidFill>
                <a:latin typeface="Malgun Gothic" pitchFamily="34" charset="0"/>
                <a:ea typeface="Malgun Gothic" pitchFamily="34" charset="-122"/>
                <a:cs typeface="Malgun Gothic" pitchFamily="34" charset="-120"/>
              </a:rPr>
              <a:t>업무도구 묶음 연결</a:t>
            </a:r>
            <a:endParaRPr lang="en-US" sz="1050" dirty="0"/>
          </a:p>
        </p:txBody>
      </p:sp>
      <p:sp>
        <p:nvSpPr>
          <p:cNvPr id="311" name="Text 234">
            <a:extLst>
              <a:ext uri="{FF2B5EF4-FFF2-40B4-BE49-F238E27FC236}">
                <a16:creationId xmlns:a16="http://schemas.microsoft.com/office/drawing/2014/main" id="{36B69B2A-E883-4BF5-B51B-5DA49ED652C1}"/>
              </a:ext>
            </a:extLst>
          </p:cNvPr>
          <p:cNvSpPr/>
          <p:nvPr/>
        </p:nvSpPr>
        <p:spPr>
          <a:xfrm>
            <a:off x="7694677" y="4183380"/>
            <a:ext cx="1261872" cy="192024"/>
          </a:xfrm>
          <a:prstGeom prst="rect">
            <a:avLst/>
          </a:prstGeom>
          <a:noFill/>
          <a:ln/>
        </p:spPr>
        <p:txBody>
          <a:bodyPr wrap="square" lIns="635" tIns="635" rIns="635" bIns="635" rtlCol="0" anchor="ctr">
            <a:normAutofit/>
          </a:bodyPr>
          <a:lstStyle/>
          <a:p>
            <a:pPr marL="0" indent="0" algn="ctr">
              <a:lnSpc>
                <a:spcPct val="90000"/>
              </a:lnSpc>
              <a:buNone/>
            </a:pPr>
            <a:r>
              <a:rPr lang="ko-KR" altLang="en-US" sz="1250" dirty="0">
                <a:solidFill>
                  <a:srgbClr val="0B1F33"/>
                </a:solidFill>
                <a:latin typeface="Malgun Gothic" pitchFamily="34" charset="0"/>
                <a:ea typeface="Malgun Gothic" pitchFamily="34" charset="-122"/>
              </a:rPr>
              <a:t>문서정리</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Concept / API</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06</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API는 프로그램끼리 정해진 양식으로 요청하고 응답하는 창구다.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정해진 창구</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API란 무엇인가?</a:t>
            </a:r>
            <a:endParaRPr lang="en-US" sz="2900" dirty="0"/>
          </a:p>
        </p:txBody>
      </p:sp>
      <p:sp>
        <p:nvSpPr>
          <p:cNvPr id="215" name="Text 213"/>
          <p:cNvSpPr/>
          <p:nvPr/>
        </p:nvSpPr>
        <p:spPr>
          <a:xfrm>
            <a:off x="868680" y="1627632"/>
            <a:ext cx="2103120" cy="274320"/>
          </a:xfrm>
          <a:prstGeom prst="rect">
            <a:avLst/>
          </a:prstGeom>
          <a:noFill/>
          <a:ln/>
        </p:spPr>
        <p:txBody>
          <a:bodyPr wrap="square" lIns="635" tIns="635" rIns="635" bIns="635" rtlCol="0" anchor="t">
            <a:normAutofit/>
          </a:bodyPr>
          <a:lstStyle/>
          <a:p>
            <a:pPr marL="0" indent="0" algn="l">
              <a:lnSpc>
                <a:spcPct val="90000"/>
              </a:lnSpc>
              <a:buNone/>
            </a:pPr>
            <a:r>
              <a:rPr lang="en-US" sz="1700" b="1" dirty="0">
                <a:solidFill>
                  <a:srgbClr val="C95311"/>
                </a:solidFill>
                <a:latin typeface="Malgun Gothic" pitchFamily="34" charset="0"/>
                <a:ea typeface="Malgun Gothic" pitchFamily="34" charset="-122"/>
                <a:cs typeface="Malgun Gothic" pitchFamily="34" charset="-120"/>
              </a:rPr>
              <a:t>행정업무 비유</a:t>
            </a:r>
            <a:endParaRPr lang="en-US" sz="1700" dirty="0"/>
          </a:p>
        </p:txBody>
      </p:sp>
      <p:sp>
        <p:nvSpPr>
          <p:cNvPr id="216" name="Shape 214"/>
          <p:cNvSpPr/>
          <p:nvPr/>
        </p:nvSpPr>
        <p:spPr>
          <a:xfrm>
            <a:off x="868680" y="1993392"/>
            <a:ext cx="3063240" cy="1965960"/>
          </a:xfrm>
          <a:prstGeom prst="roundRect">
            <a:avLst>
              <a:gd name="adj" fmla="val 2791"/>
            </a:avLst>
          </a:prstGeom>
          <a:solidFill>
            <a:srgbClr val="FCE5D3"/>
          </a:solidFill>
          <a:ln w="15240">
            <a:solidFill>
              <a:srgbClr val="EA6A1A"/>
            </a:solidFill>
            <a:prstDash val="solid"/>
          </a:ln>
        </p:spPr>
      </p:sp>
      <p:sp>
        <p:nvSpPr>
          <p:cNvPr id="217" name="Shape 215"/>
          <p:cNvSpPr/>
          <p:nvPr/>
        </p:nvSpPr>
        <p:spPr>
          <a:xfrm>
            <a:off x="978408" y="2103120"/>
            <a:ext cx="1508760" cy="310896"/>
          </a:xfrm>
          <a:prstGeom prst="rect">
            <a:avLst/>
          </a:prstGeom>
          <a:solidFill>
            <a:srgbClr val="EA6A1A"/>
          </a:solidFill>
          <a:ln w="12700">
            <a:solidFill>
              <a:srgbClr val="EA6A1A"/>
            </a:solidFill>
            <a:prstDash val="solid"/>
          </a:ln>
        </p:spPr>
      </p:sp>
      <p:sp>
        <p:nvSpPr>
          <p:cNvPr id="218" name="Text 216"/>
          <p:cNvSpPr/>
          <p:nvPr/>
        </p:nvSpPr>
        <p:spPr>
          <a:xfrm>
            <a:off x="1051560" y="2157984"/>
            <a:ext cx="136245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REQUEST</a:t>
            </a:r>
            <a:endParaRPr lang="en-US" sz="1050" dirty="0"/>
          </a:p>
        </p:txBody>
      </p:sp>
      <p:sp>
        <p:nvSpPr>
          <p:cNvPr id="219" name="Text 217"/>
          <p:cNvSpPr/>
          <p:nvPr/>
        </p:nvSpPr>
        <p:spPr>
          <a:xfrm>
            <a:off x="1069848" y="2523744"/>
            <a:ext cx="2660904" cy="1271016"/>
          </a:xfrm>
          <a:prstGeom prst="rect">
            <a:avLst/>
          </a:prstGeom>
          <a:noFill/>
          <a:ln/>
        </p:spPr>
        <p:txBody>
          <a:bodyPr wrap="square" lIns="635" tIns="635" rIns="635" bIns="635" rtlCol="0" anchor="ctr">
            <a:normAutofit/>
          </a:bodyPr>
          <a:lstStyle/>
          <a:p>
            <a:pPr marL="0" indent="0" algn="ctr">
              <a:lnSpc>
                <a:spcPct val="90000"/>
              </a:lnSpc>
              <a:buNone/>
            </a:pPr>
            <a:r>
              <a:rPr lang="en-US" sz="1700" dirty="0">
                <a:solidFill>
                  <a:srgbClr val="0B1F33"/>
                </a:solidFill>
                <a:latin typeface="Malgun Gothic" pitchFamily="34" charset="0"/>
                <a:ea typeface="Malgun Gothic" pitchFamily="34" charset="-122"/>
                <a:cs typeface="Malgun Gothic" pitchFamily="34" charset="-120"/>
              </a:rPr>
              <a:t>공문 수발신</a:t>
            </a:r>
            <a:endParaRPr lang="en-US" sz="1700" dirty="0"/>
          </a:p>
          <a:p>
            <a:pPr marL="0" indent="0" algn="ctr">
              <a:lnSpc>
                <a:spcPct val="90000"/>
              </a:lnSpc>
              <a:buNone/>
            </a:pPr>
            <a:r>
              <a:rPr lang="en-US" sz="1700" dirty="0">
                <a:solidFill>
                  <a:srgbClr val="0B1F33"/>
                </a:solidFill>
                <a:latin typeface="Malgun Gothic" pitchFamily="34" charset="0"/>
                <a:ea typeface="Malgun Gothic" pitchFamily="34" charset="-122"/>
                <a:cs typeface="Malgun Gothic" pitchFamily="34" charset="-120"/>
              </a:rPr>
              <a:t>민원 신청서 양식</a:t>
            </a:r>
            <a:endParaRPr lang="en-US" sz="1700" dirty="0"/>
          </a:p>
          <a:p>
            <a:pPr marL="0" indent="0" algn="ctr">
              <a:lnSpc>
                <a:spcPct val="90000"/>
              </a:lnSpc>
              <a:buNone/>
            </a:pPr>
            <a:r>
              <a:rPr lang="en-US" sz="1700" dirty="0">
                <a:solidFill>
                  <a:srgbClr val="0B1F33"/>
                </a:solidFill>
                <a:latin typeface="Malgun Gothic" pitchFamily="34" charset="0"/>
                <a:ea typeface="Malgun Gothic" pitchFamily="34" charset="-122"/>
                <a:cs typeface="Malgun Gothic" pitchFamily="34" charset="-120"/>
              </a:rPr>
              <a:t>정해진 서식으로 요청</a:t>
            </a:r>
            <a:endParaRPr lang="en-US" sz="1700" dirty="0"/>
          </a:p>
        </p:txBody>
      </p:sp>
      <p:sp>
        <p:nvSpPr>
          <p:cNvPr id="220" name="Shape 218"/>
          <p:cNvSpPr/>
          <p:nvPr/>
        </p:nvSpPr>
        <p:spPr>
          <a:xfrm>
            <a:off x="914400" y="2039112"/>
            <a:ext cx="256032" cy="0"/>
          </a:xfrm>
          <a:prstGeom prst="line">
            <a:avLst/>
          </a:prstGeom>
          <a:noFill/>
          <a:ln w="13970">
            <a:solidFill>
              <a:srgbClr val="EA6A1A"/>
            </a:solidFill>
            <a:prstDash val="solid"/>
          </a:ln>
        </p:spPr>
      </p:sp>
      <p:sp>
        <p:nvSpPr>
          <p:cNvPr id="221" name="Shape 219"/>
          <p:cNvSpPr/>
          <p:nvPr/>
        </p:nvSpPr>
        <p:spPr>
          <a:xfrm>
            <a:off x="914400" y="2039112"/>
            <a:ext cx="0" cy="256032"/>
          </a:xfrm>
          <a:prstGeom prst="line">
            <a:avLst/>
          </a:prstGeom>
          <a:noFill/>
          <a:ln w="13970">
            <a:solidFill>
              <a:srgbClr val="EA6A1A"/>
            </a:solidFill>
            <a:prstDash val="solid"/>
          </a:ln>
        </p:spPr>
      </p:sp>
      <p:sp>
        <p:nvSpPr>
          <p:cNvPr id="222" name="Shape 220"/>
          <p:cNvSpPr/>
          <p:nvPr/>
        </p:nvSpPr>
        <p:spPr>
          <a:xfrm>
            <a:off x="3886200" y="2039112"/>
            <a:ext cx="0" cy="0"/>
          </a:xfrm>
          <a:prstGeom prst="line">
            <a:avLst/>
          </a:prstGeom>
          <a:noFill/>
          <a:ln w="13970">
            <a:solidFill>
              <a:srgbClr val="EA6A1A"/>
            </a:solidFill>
            <a:prstDash val="solid"/>
          </a:ln>
        </p:spPr>
      </p:sp>
      <p:sp>
        <p:nvSpPr>
          <p:cNvPr id="223" name="Shape 221"/>
          <p:cNvSpPr/>
          <p:nvPr/>
        </p:nvSpPr>
        <p:spPr>
          <a:xfrm>
            <a:off x="3886200" y="2039112"/>
            <a:ext cx="0" cy="256032"/>
          </a:xfrm>
          <a:prstGeom prst="line">
            <a:avLst/>
          </a:prstGeom>
          <a:noFill/>
          <a:ln w="13970">
            <a:solidFill>
              <a:srgbClr val="EA6A1A"/>
            </a:solidFill>
            <a:prstDash val="solid"/>
          </a:ln>
        </p:spPr>
      </p:sp>
      <p:sp>
        <p:nvSpPr>
          <p:cNvPr id="224" name="Shape 222"/>
          <p:cNvSpPr/>
          <p:nvPr/>
        </p:nvSpPr>
        <p:spPr>
          <a:xfrm>
            <a:off x="914400" y="3913632"/>
            <a:ext cx="256032" cy="0"/>
          </a:xfrm>
          <a:prstGeom prst="line">
            <a:avLst/>
          </a:prstGeom>
          <a:noFill/>
          <a:ln w="13970">
            <a:solidFill>
              <a:srgbClr val="EA6A1A"/>
            </a:solidFill>
            <a:prstDash val="solid"/>
          </a:ln>
        </p:spPr>
      </p:sp>
      <p:sp>
        <p:nvSpPr>
          <p:cNvPr id="225" name="Shape 223"/>
          <p:cNvSpPr/>
          <p:nvPr/>
        </p:nvSpPr>
        <p:spPr>
          <a:xfrm>
            <a:off x="914400" y="3913632"/>
            <a:ext cx="0" cy="0"/>
          </a:xfrm>
          <a:prstGeom prst="line">
            <a:avLst/>
          </a:prstGeom>
          <a:noFill/>
          <a:ln w="13970">
            <a:solidFill>
              <a:srgbClr val="EA6A1A"/>
            </a:solidFill>
            <a:prstDash val="solid"/>
          </a:ln>
        </p:spPr>
      </p:sp>
      <p:sp>
        <p:nvSpPr>
          <p:cNvPr id="226" name="Shape 224"/>
          <p:cNvSpPr/>
          <p:nvPr/>
        </p:nvSpPr>
        <p:spPr>
          <a:xfrm>
            <a:off x="3886200" y="3913632"/>
            <a:ext cx="0" cy="0"/>
          </a:xfrm>
          <a:prstGeom prst="line">
            <a:avLst/>
          </a:prstGeom>
          <a:noFill/>
          <a:ln w="13970">
            <a:solidFill>
              <a:srgbClr val="EA6A1A"/>
            </a:solidFill>
            <a:prstDash val="solid"/>
          </a:ln>
        </p:spPr>
      </p:sp>
      <p:sp>
        <p:nvSpPr>
          <p:cNvPr id="227" name="Shape 225"/>
          <p:cNvSpPr/>
          <p:nvPr/>
        </p:nvSpPr>
        <p:spPr>
          <a:xfrm>
            <a:off x="3886200" y="3913632"/>
            <a:ext cx="0" cy="0"/>
          </a:xfrm>
          <a:prstGeom prst="line">
            <a:avLst/>
          </a:prstGeom>
          <a:noFill/>
          <a:ln w="13970">
            <a:solidFill>
              <a:srgbClr val="EA6A1A"/>
            </a:solidFill>
            <a:prstDash val="solid"/>
          </a:ln>
        </p:spPr>
      </p:sp>
      <p:sp>
        <p:nvSpPr>
          <p:cNvPr id="228" name="Shape 226"/>
          <p:cNvSpPr/>
          <p:nvPr/>
        </p:nvSpPr>
        <p:spPr>
          <a:xfrm>
            <a:off x="4251960" y="2615184"/>
            <a:ext cx="960120" cy="420624"/>
          </a:xfrm>
          <a:prstGeom prst="rightArrow">
            <a:avLst/>
          </a:prstGeom>
          <a:solidFill>
            <a:srgbClr val="EA6A1A"/>
          </a:solidFill>
          <a:ln w="12700">
            <a:solidFill>
              <a:srgbClr val="EA6A1A"/>
            </a:solidFill>
            <a:prstDash val="solid"/>
          </a:ln>
        </p:spPr>
      </p:sp>
      <p:sp>
        <p:nvSpPr>
          <p:cNvPr id="229" name="Shape 227"/>
          <p:cNvSpPr/>
          <p:nvPr/>
        </p:nvSpPr>
        <p:spPr>
          <a:xfrm>
            <a:off x="5513832" y="1993392"/>
            <a:ext cx="2971800" cy="1965960"/>
          </a:xfrm>
          <a:prstGeom prst="roundRect">
            <a:avLst>
              <a:gd name="adj" fmla="val 2791"/>
            </a:avLst>
          </a:prstGeom>
          <a:solidFill>
            <a:srgbClr val="FFFFFF"/>
          </a:solidFill>
          <a:ln w="15240">
            <a:solidFill>
              <a:srgbClr val="256B9A"/>
            </a:solidFill>
            <a:prstDash val="solid"/>
          </a:ln>
        </p:spPr>
      </p:sp>
      <p:sp>
        <p:nvSpPr>
          <p:cNvPr id="230" name="Shape 228"/>
          <p:cNvSpPr/>
          <p:nvPr/>
        </p:nvSpPr>
        <p:spPr>
          <a:xfrm>
            <a:off x="5623560" y="2103120"/>
            <a:ext cx="1508760" cy="310896"/>
          </a:xfrm>
          <a:prstGeom prst="rect">
            <a:avLst/>
          </a:prstGeom>
          <a:solidFill>
            <a:srgbClr val="256B9A"/>
          </a:solidFill>
          <a:ln w="12700">
            <a:solidFill>
              <a:srgbClr val="256B9A"/>
            </a:solidFill>
            <a:prstDash val="solid"/>
          </a:ln>
        </p:spPr>
      </p:sp>
      <p:sp>
        <p:nvSpPr>
          <p:cNvPr id="231" name="Text 229"/>
          <p:cNvSpPr/>
          <p:nvPr/>
        </p:nvSpPr>
        <p:spPr>
          <a:xfrm>
            <a:off x="5696712" y="2157984"/>
            <a:ext cx="136245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SERVICE</a:t>
            </a:r>
            <a:endParaRPr lang="en-US" sz="1050" dirty="0"/>
          </a:p>
        </p:txBody>
      </p:sp>
      <p:sp>
        <p:nvSpPr>
          <p:cNvPr id="232" name="Text 230"/>
          <p:cNvSpPr/>
          <p:nvPr/>
        </p:nvSpPr>
        <p:spPr>
          <a:xfrm>
            <a:off x="5715000" y="2523744"/>
            <a:ext cx="2569464" cy="1271016"/>
          </a:xfrm>
          <a:prstGeom prst="rect">
            <a:avLst/>
          </a:prstGeom>
          <a:noFill/>
          <a:ln/>
        </p:spPr>
        <p:txBody>
          <a:bodyPr wrap="square" lIns="635" tIns="635" rIns="635" bIns="635" rtlCol="0" anchor="ctr">
            <a:normAutofit/>
          </a:bodyPr>
          <a:lstStyle/>
          <a:p>
            <a:pPr marL="0" indent="0" algn="ctr">
              <a:lnSpc>
                <a:spcPct val="90000"/>
              </a:lnSpc>
              <a:buNone/>
            </a:pPr>
            <a:r>
              <a:rPr lang="en-US" sz="1800" dirty="0">
                <a:solidFill>
                  <a:srgbClr val="0B1F33"/>
                </a:solidFill>
                <a:latin typeface="Malgun Gothic" pitchFamily="34" charset="0"/>
                <a:ea typeface="Malgun Gothic" pitchFamily="34" charset="-122"/>
                <a:cs typeface="Malgun Gothic" pitchFamily="34" charset="-120"/>
              </a:rPr>
              <a:t>Google Sheets</a:t>
            </a:r>
            <a:endParaRPr lang="en-US" sz="1800" dirty="0"/>
          </a:p>
          <a:p>
            <a:pPr marL="0" indent="0" algn="ctr">
              <a:lnSpc>
                <a:spcPct val="90000"/>
              </a:lnSpc>
              <a:buNone/>
            </a:pPr>
            <a:r>
              <a:rPr lang="en-US" sz="1800" dirty="0">
                <a:solidFill>
                  <a:srgbClr val="0B1F33"/>
                </a:solidFill>
                <a:latin typeface="Malgun Gothic" pitchFamily="34" charset="0"/>
                <a:ea typeface="Malgun Gothic" pitchFamily="34" charset="-122"/>
                <a:cs typeface="Malgun Gothic" pitchFamily="34" charset="-120"/>
              </a:rPr>
              <a:t>Telegram</a:t>
            </a:r>
            <a:endParaRPr lang="en-US" sz="1800" dirty="0"/>
          </a:p>
          <a:p>
            <a:pPr marL="0" indent="0" algn="ctr">
              <a:lnSpc>
                <a:spcPct val="90000"/>
              </a:lnSpc>
              <a:buNone/>
            </a:pPr>
            <a:r>
              <a:rPr lang="en-US" sz="1800" dirty="0">
                <a:solidFill>
                  <a:srgbClr val="0B1F33"/>
                </a:solidFill>
                <a:latin typeface="Malgun Gothic" pitchFamily="34" charset="0"/>
                <a:ea typeface="Malgun Gothic" pitchFamily="34" charset="-122"/>
                <a:cs typeface="Malgun Gothic" pitchFamily="34" charset="-120"/>
              </a:rPr>
              <a:t>Kakao Map</a:t>
            </a:r>
            <a:endParaRPr lang="en-US" sz="1800" dirty="0"/>
          </a:p>
        </p:txBody>
      </p:sp>
      <p:sp>
        <p:nvSpPr>
          <p:cNvPr id="233" name="Shape 231"/>
          <p:cNvSpPr/>
          <p:nvPr/>
        </p:nvSpPr>
        <p:spPr>
          <a:xfrm>
            <a:off x="5559552" y="2039112"/>
            <a:ext cx="256032" cy="0"/>
          </a:xfrm>
          <a:prstGeom prst="line">
            <a:avLst/>
          </a:prstGeom>
          <a:noFill/>
          <a:ln w="13970">
            <a:solidFill>
              <a:srgbClr val="256B9A"/>
            </a:solidFill>
            <a:prstDash val="solid"/>
          </a:ln>
        </p:spPr>
      </p:sp>
      <p:sp>
        <p:nvSpPr>
          <p:cNvPr id="234" name="Shape 232"/>
          <p:cNvSpPr/>
          <p:nvPr/>
        </p:nvSpPr>
        <p:spPr>
          <a:xfrm>
            <a:off x="5559552" y="2039112"/>
            <a:ext cx="0" cy="256032"/>
          </a:xfrm>
          <a:prstGeom prst="line">
            <a:avLst/>
          </a:prstGeom>
          <a:noFill/>
          <a:ln w="13970">
            <a:solidFill>
              <a:srgbClr val="256B9A"/>
            </a:solidFill>
            <a:prstDash val="solid"/>
          </a:ln>
        </p:spPr>
      </p:sp>
      <p:sp>
        <p:nvSpPr>
          <p:cNvPr id="235" name="Shape 233"/>
          <p:cNvSpPr/>
          <p:nvPr/>
        </p:nvSpPr>
        <p:spPr>
          <a:xfrm>
            <a:off x="8439912" y="2039112"/>
            <a:ext cx="0" cy="0"/>
          </a:xfrm>
          <a:prstGeom prst="line">
            <a:avLst/>
          </a:prstGeom>
          <a:noFill/>
          <a:ln w="13970">
            <a:solidFill>
              <a:srgbClr val="256B9A"/>
            </a:solidFill>
            <a:prstDash val="solid"/>
          </a:ln>
        </p:spPr>
      </p:sp>
      <p:sp>
        <p:nvSpPr>
          <p:cNvPr id="236" name="Shape 234"/>
          <p:cNvSpPr/>
          <p:nvPr/>
        </p:nvSpPr>
        <p:spPr>
          <a:xfrm>
            <a:off x="8439912" y="2039112"/>
            <a:ext cx="0" cy="256032"/>
          </a:xfrm>
          <a:prstGeom prst="line">
            <a:avLst/>
          </a:prstGeom>
          <a:noFill/>
          <a:ln w="13970">
            <a:solidFill>
              <a:srgbClr val="256B9A"/>
            </a:solidFill>
            <a:prstDash val="solid"/>
          </a:ln>
        </p:spPr>
      </p:sp>
      <p:sp>
        <p:nvSpPr>
          <p:cNvPr id="237" name="Shape 235"/>
          <p:cNvSpPr/>
          <p:nvPr/>
        </p:nvSpPr>
        <p:spPr>
          <a:xfrm>
            <a:off x="5559552" y="3913632"/>
            <a:ext cx="256032" cy="0"/>
          </a:xfrm>
          <a:prstGeom prst="line">
            <a:avLst/>
          </a:prstGeom>
          <a:noFill/>
          <a:ln w="13970">
            <a:solidFill>
              <a:srgbClr val="256B9A"/>
            </a:solidFill>
            <a:prstDash val="solid"/>
          </a:ln>
        </p:spPr>
      </p:sp>
      <p:sp>
        <p:nvSpPr>
          <p:cNvPr id="238" name="Shape 236"/>
          <p:cNvSpPr/>
          <p:nvPr/>
        </p:nvSpPr>
        <p:spPr>
          <a:xfrm>
            <a:off x="5559552" y="3913632"/>
            <a:ext cx="0" cy="0"/>
          </a:xfrm>
          <a:prstGeom prst="line">
            <a:avLst/>
          </a:prstGeom>
          <a:noFill/>
          <a:ln w="13970">
            <a:solidFill>
              <a:srgbClr val="256B9A"/>
            </a:solidFill>
            <a:prstDash val="solid"/>
          </a:ln>
        </p:spPr>
      </p:sp>
      <p:sp>
        <p:nvSpPr>
          <p:cNvPr id="239" name="Shape 237"/>
          <p:cNvSpPr/>
          <p:nvPr/>
        </p:nvSpPr>
        <p:spPr>
          <a:xfrm>
            <a:off x="8439912" y="3913632"/>
            <a:ext cx="0" cy="0"/>
          </a:xfrm>
          <a:prstGeom prst="line">
            <a:avLst/>
          </a:prstGeom>
          <a:noFill/>
          <a:ln w="13970">
            <a:solidFill>
              <a:srgbClr val="256B9A"/>
            </a:solidFill>
            <a:prstDash val="solid"/>
          </a:ln>
        </p:spPr>
      </p:sp>
      <p:sp>
        <p:nvSpPr>
          <p:cNvPr id="240" name="Shape 238"/>
          <p:cNvSpPr/>
          <p:nvPr/>
        </p:nvSpPr>
        <p:spPr>
          <a:xfrm>
            <a:off x="8439912" y="3913632"/>
            <a:ext cx="0" cy="0"/>
          </a:xfrm>
          <a:prstGeom prst="line">
            <a:avLst/>
          </a:prstGeom>
          <a:noFill/>
          <a:ln w="13970">
            <a:solidFill>
              <a:srgbClr val="256B9A"/>
            </a:solidFill>
            <a:prstDash val="solid"/>
          </a:ln>
        </p:spPr>
      </p:sp>
      <p:sp>
        <p:nvSpPr>
          <p:cNvPr id="241" name="Shape 239"/>
          <p:cNvSpPr/>
          <p:nvPr/>
        </p:nvSpPr>
        <p:spPr>
          <a:xfrm>
            <a:off x="8759952" y="2615184"/>
            <a:ext cx="960120" cy="420624"/>
          </a:xfrm>
          <a:prstGeom prst="rightArrow">
            <a:avLst/>
          </a:prstGeom>
          <a:solidFill>
            <a:srgbClr val="256B9A"/>
          </a:solidFill>
          <a:ln w="12700">
            <a:solidFill>
              <a:srgbClr val="256B9A"/>
            </a:solidFill>
            <a:prstDash val="solid"/>
          </a:ln>
        </p:spPr>
      </p:sp>
      <p:sp>
        <p:nvSpPr>
          <p:cNvPr id="242" name="Shape 240"/>
          <p:cNvSpPr/>
          <p:nvPr/>
        </p:nvSpPr>
        <p:spPr>
          <a:xfrm>
            <a:off x="9985248" y="1993392"/>
            <a:ext cx="1417320" cy="1965960"/>
          </a:xfrm>
          <a:prstGeom prst="roundRect">
            <a:avLst>
              <a:gd name="adj" fmla="val 3871"/>
            </a:avLst>
          </a:prstGeom>
          <a:solidFill>
            <a:srgbClr val="E2F4EA"/>
          </a:solidFill>
          <a:ln w="15240">
            <a:solidFill>
              <a:srgbClr val="2D8A70"/>
            </a:solidFill>
            <a:prstDash val="solid"/>
          </a:ln>
        </p:spPr>
      </p:sp>
      <p:sp>
        <p:nvSpPr>
          <p:cNvPr id="243" name="Shape 241"/>
          <p:cNvSpPr/>
          <p:nvPr/>
        </p:nvSpPr>
        <p:spPr>
          <a:xfrm>
            <a:off x="10094976" y="2103120"/>
            <a:ext cx="777240" cy="310896"/>
          </a:xfrm>
          <a:prstGeom prst="rect">
            <a:avLst/>
          </a:prstGeom>
          <a:solidFill>
            <a:srgbClr val="2D8A70"/>
          </a:solidFill>
          <a:ln w="12700">
            <a:solidFill>
              <a:srgbClr val="2D8A70"/>
            </a:solidFill>
            <a:prstDash val="solid"/>
          </a:ln>
        </p:spPr>
      </p:sp>
      <p:sp>
        <p:nvSpPr>
          <p:cNvPr id="244" name="Text 242"/>
          <p:cNvSpPr/>
          <p:nvPr/>
        </p:nvSpPr>
        <p:spPr>
          <a:xfrm>
            <a:off x="10168128" y="2157984"/>
            <a:ext cx="63093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REPLY</a:t>
            </a:r>
            <a:endParaRPr lang="en-US" sz="1050" dirty="0"/>
          </a:p>
        </p:txBody>
      </p:sp>
      <p:sp>
        <p:nvSpPr>
          <p:cNvPr id="245" name="Text 243"/>
          <p:cNvSpPr/>
          <p:nvPr/>
        </p:nvSpPr>
        <p:spPr>
          <a:xfrm>
            <a:off x="10186416" y="2523744"/>
            <a:ext cx="1014984" cy="1271016"/>
          </a:xfrm>
          <a:prstGeom prst="rect">
            <a:avLst/>
          </a:prstGeom>
          <a:noFill/>
          <a:ln/>
        </p:spPr>
        <p:txBody>
          <a:bodyPr wrap="square" lIns="635" tIns="635" rIns="635" bIns="635" rtlCol="0" anchor="ctr">
            <a:normAutofit/>
          </a:bodyPr>
          <a:lstStyle/>
          <a:p>
            <a:pPr marL="0" indent="0" algn="ctr">
              <a:lnSpc>
                <a:spcPct val="90000"/>
              </a:lnSpc>
              <a:buNone/>
            </a:pPr>
            <a:r>
              <a:rPr lang="en-US" sz="1700" dirty="0">
                <a:solidFill>
                  <a:srgbClr val="0B1F33"/>
                </a:solidFill>
                <a:latin typeface="Malgun Gothic" pitchFamily="34" charset="0"/>
                <a:ea typeface="Malgun Gothic" pitchFamily="34" charset="-122"/>
                <a:cs typeface="Malgun Gothic" pitchFamily="34" charset="-120"/>
              </a:rPr>
              <a:t>처리</a:t>
            </a:r>
            <a:endParaRPr lang="en-US" sz="1700" dirty="0"/>
          </a:p>
          <a:p>
            <a:pPr marL="0" indent="0" algn="ctr">
              <a:lnSpc>
                <a:spcPct val="90000"/>
              </a:lnSpc>
              <a:buNone/>
            </a:pPr>
            <a:r>
              <a:rPr lang="en-US" sz="1700" dirty="0">
                <a:solidFill>
                  <a:srgbClr val="0B1F33"/>
                </a:solidFill>
                <a:latin typeface="Malgun Gothic" pitchFamily="34" charset="0"/>
                <a:ea typeface="Malgun Gothic" pitchFamily="34" charset="-122"/>
                <a:cs typeface="Malgun Gothic" pitchFamily="34" charset="-120"/>
              </a:rPr>
              <a:t>결과</a:t>
            </a:r>
            <a:endParaRPr lang="en-US" sz="1700" dirty="0"/>
          </a:p>
        </p:txBody>
      </p:sp>
      <p:sp>
        <p:nvSpPr>
          <p:cNvPr id="246" name="Shape 244"/>
          <p:cNvSpPr/>
          <p:nvPr/>
        </p:nvSpPr>
        <p:spPr>
          <a:xfrm>
            <a:off x="10030968" y="2039112"/>
            <a:ext cx="256032" cy="0"/>
          </a:xfrm>
          <a:prstGeom prst="line">
            <a:avLst/>
          </a:prstGeom>
          <a:noFill/>
          <a:ln w="13970">
            <a:solidFill>
              <a:srgbClr val="2D8A70"/>
            </a:solidFill>
            <a:prstDash val="solid"/>
          </a:ln>
        </p:spPr>
      </p:sp>
      <p:sp>
        <p:nvSpPr>
          <p:cNvPr id="247" name="Shape 245"/>
          <p:cNvSpPr/>
          <p:nvPr/>
        </p:nvSpPr>
        <p:spPr>
          <a:xfrm>
            <a:off x="10030968" y="2039112"/>
            <a:ext cx="0" cy="256032"/>
          </a:xfrm>
          <a:prstGeom prst="line">
            <a:avLst/>
          </a:prstGeom>
          <a:noFill/>
          <a:ln w="13970">
            <a:solidFill>
              <a:srgbClr val="2D8A70"/>
            </a:solidFill>
            <a:prstDash val="solid"/>
          </a:ln>
        </p:spPr>
      </p:sp>
      <p:sp>
        <p:nvSpPr>
          <p:cNvPr id="248" name="Shape 246"/>
          <p:cNvSpPr/>
          <p:nvPr/>
        </p:nvSpPr>
        <p:spPr>
          <a:xfrm>
            <a:off x="11356848" y="2039112"/>
            <a:ext cx="0" cy="0"/>
          </a:xfrm>
          <a:prstGeom prst="line">
            <a:avLst/>
          </a:prstGeom>
          <a:noFill/>
          <a:ln w="13970">
            <a:solidFill>
              <a:srgbClr val="2D8A70"/>
            </a:solidFill>
            <a:prstDash val="solid"/>
          </a:ln>
        </p:spPr>
      </p:sp>
      <p:sp>
        <p:nvSpPr>
          <p:cNvPr id="249" name="Shape 247"/>
          <p:cNvSpPr/>
          <p:nvPr/>
        </p:nvSpPr>
        <p:spPr>
          <a:xfrm>
            <a:off x="11356848" y="2039112"/>
            <a:ext cx="0" cy="256032"/>
          </a:xfrm>
          <a:prstGeom prst="line">
            <a:avLst/>
          </a:prstGeom>
          <a:noFill/>
          <a:ln w="13970">
            <a:solidFill>
              <a:srgbClr val="2D8A70"/>
            </a:solidFill>
            <a:prstDash val="solid"/>
          </a:ln>
        </p:spPr>
      </p:sp>
      <p:sp>
        <p:nvSpPr>
          <p:cNvPr id="250" name="Shape 248"/>
          <p:cNvSpPr/>
          <p:nvPr/>
        </p:nvSpPr>
        <p:spPr>
          <a:xfrm>
            <a:off x="10030968" y="3913632"/>
            <a:ext cx="256032" cy="0"/>
          </a:xfrm>
          <a:prstGeom prst="line">
            <a:avLst/>
          </a:prstGeom>
          <a:noFill/>
          <a:ln w="13970">
            <a:solidFill>
              <a:srgbClr val="2D8A70"/>
            </a:solidFill>
            <a:prstDash val="solid"/>
          </a:ln>
        </p:spPr>
      </p:sp>
      <p:sp>
        <p:nvSpPr>
          <p:cNvPr id="251" name="Shape 249"/>
          <p:cNvSpPr/>
          <p:nvPr/>
        </p:nvSpPr>
        <p:spPr>
          <a:xfrm>
            <a:off x="10030968" y="3913632"/>
            <a:ext cx="0" cy="0"/>
          </a:xfrm>
          <a:prstGeom prst="line">
            <a:avLst/>
          </a:prstGeom>
          <a:noFill/>
          <a:ln w="13970">
            <a:solidFill>
              <a:srgbClr val="2D8A70"/>
            </a:solidFill>
            <a:prstDash val="solid"/>
          </a:ln>
        </p:spPr>
      </p:sp>
      <p:sp>
        <p:nvSpPr>
          <p:cNvPr id="252" name="Shape 250"/>
          <p:cNvSpPr/>
          <p:nvPr/>
        </p:nvSpPr>
        <p:spPr>
          <a:xfrm>
            <a:off x="11356848" y="3913632"/>
            <a:ext cx="0" cy="0"/>
          </a:xfrm>
          <a:prstGeom prst="line">
            <a:avLst/>
          </a:prstGeom>
          <a:noFill/>
          <a:ln w="13970">
            <a:solidFill>
              <a:srgbClr val="2D8A70"/>
            </a:solidFill>
            <a:prstDash val="solid"/>
          </a:ln>
        </p:spPr>
      </p:sp>
      <p:sp>
        <p:nvSpPr>
          <p:cNvPr id="253" name="Shape 251"/>
          <p:cNvSpPr/>
          <p:nvPr/>
        </p:nvSpPr>
        <p:spPr>
          <a:xfrm>
            <a:off x="11356848" y="3913632"/>
            <a:ext cx="0" cy="0"/>
          </a:xfrm>
          <a:prstGeom prst="line">
            <a:avLst/>
          </a:prstGeom>
          <a:noFill/>
          <a:ln w="13970">
            <a:solidFill>
              <a:srgbClr val="2D8A70"/>
            </a:solidFill>
            <a:prstDash val="solid"/>
          </a:ln>
        </p:spPr>
      </p:sp>
      <p:sp>
        <p:nvSpPr>
          <p:cNvPr id="254" name="Shape 252"/>
          <p:cNvSpPr/>
          <p:nvPr/>
        </p:nvSpPr>
        <p:spPr>
          <a:xfrm>
            <a:off x="960120" y="4462272"/>
            <a:ext cx="10195560" cy="283464"/>
          </a:xfrm>
          <a:prstGeom prst="rect">
            <a:avLst/>
          </a:prstGeom>
          <a:solidFill>
            <a:srgbClr val="FFFFFF">
              <a:alpha val="96000"/>
            </a:srgbClr>
          </a:solidFill>
          <a:ln w="7620">
            <a:solidFill>
              <a:srgbClr val="C9D8E4"/>
            </a:solidFill>
            <a:prstDash val="solid"/>
          </a:ln>
        </p:spPr>
      </p:sp>
      <p:sp>
        <p:nvSpPr>
          <p:cNvPr id="255" name="Shape 253"/>
          <p:cNvSpPr/>
          <p:nvPr/>
        </p:nvSpPr>
        <p:spPr>
          <a:xfrm>
            <a:off x="1060704" y="4535424"/>
            <a:ext cx="164592" cy="164592"/>
          </a:xfrm>
          <a:prstGeom prst="rect">
            <a:avLst/>
          </a:prstGeom>
          <a:solidFill>
            <a:srgbClr val="2D8A70"/>
          </a:solidFill>
          <a:ln w="12700">
            <a:solidFill>
              <a:srgbClr val="2D8A70"/>
            </a:solidFill>
            <a:prstDash val="solid"/>
          </a:ln>
        </p:spPr>
      </p:sp>
      <p:sp>
        <p:nvSpPr>
          <p:cNvPr id="256" name="Shape 254"/>
          <p:cNvSpPr/>
          <p:nvPr/>
        </p:nvSpPr>
        <p:spPr>
          <a:xfrm>
            <a:off x="1088136" y="4626864"/>
            <a:ext cx="45720" cy="54864"/>
          </a:xfrm>
          <a:prstGeom prst="line">
            <a:avLst/>
          </a:prstGeom>
          <a:noFill/>
          <a:ln w="15240">
            <a:solidFill>
              <a:srgbClr val="FFFFFF"/>
            </a:solidFill>
            <a:prstDash val="solid"/>
          </a:ln>
        </p:spPr>
      </p:sp>
      <p:sp>
        <p:nvSpPr>
          <p:cNvPr id="257" name="Shape 255"/>
          <p:cNvSpPr/>
          <p:nvPr/>
        </p:nvSpPr>
        <p:spPr>
          <a:xfrm>
            <a:off x="1133856" y="4681728"/>
            <a:ext cx="82296" cy="0"/>
          </a:xfrm>
          <a:prstGeom prst="line">
            <a:avLst/>
          </a:prstGeom>
          <a:noFill/>
          <a:ln w="15240">
            <a:solidFill>
              <a:srgbClr val="FFFFFF"/>
            </a:solidFill>
            <a:prstDash val="solid"/>
          </a:ln>
        </p:spPr>
      </p:sp>
      <p:sp>
        <p:nvSpPr>
          <p:cNvPr id="258" name="Text 256"/>
          <p:cNvSpPr/>
          <p:nvPr/>
        </p:nvSpPr>
        <p:spPr>
          <a:xfrm>
            <a:off x="1307592" y="4526280"/>
            <a:ext cx="9756648" cy="182880"/>
          </a:xfrm>
          <a:prstGeom prst="rect">
            <a:avLst/>
          </a:prstGeom>
          <a:noFill/>
          <a:ln/>
        </p:spPr>
        <p:txBody>
          <a:bodyPr wrap="square" lIns="635" tIns="635" rIns="635" bIns="635" rtlCol="0" anchor="t">
            <a:normAutofit/>
          </a:bodyPr>
          <a:lstStyle/>
          <a:p>
            <a:pPr marL="0" indent="0" algn="l">
              <a:lnSpc>
                <a:spcPct val="90000"/>
              </a:lnSpc>
              <a:buNone/>
            </a:pPr>
            <a:r>
              <a:rPr lang="en-US" sz="1240" dirty="0">
                <a:solidFill>
                  <a:srgbClr val="0B1F33"/>
                </a:solidFill>
                <a:latin typeface="Malgun Gothic" pitchFamily="34" charset="0"/>
                <a:ea typeface="Malgun Gothic" pitchFamily="34" charset="-122"/>
                <a:cs typeface="Malgun Gothic" pitchFamily="34" charset="-120"/>
              </a:rPr>
              <a:t>Google Sheets API: 신청자 명단 저장</a:t>
            </a:r>
            <a:endParaRPr lang="en-US" sz="1240" dirty="0"/>
          </a:p>
        </p:txBody>
      </p:sp>
      <p:sp>
        <p:nvSpPr>
          <p:cNvPr id="259" name="Shape 257"/>
          <p:cNvSpPr/>
          <p:nvPr/>
        </p:nvSpPr>
        <p:spPr>
          <a:xfrm>
            <a:off x="960120" y="4809744"/>
            <a:ext cx="10195560" cy="283464"/>
          </a:xfrm>
          <a:prstGeom prst="rect">
            <a:avLst/>
          </a:prstGeom>
          <a:solidFill>
            <a:srgbClr val="EFF7FC">
              <a:alpha val="96000"/>
            </a:srgbClr>
          </a:solidFill>
          <a:ln w="7620">
            <a:solidFill>
              <a:srgbClr val="C9D8E4"/>
            </a:solidFill>
            <a:prstDash val="solid"/>
          </a:ln>
        </p:spPr>
      </p:sp>
      <p:sp>
        <p:nvSpPr>
          <p:cNvPr id="260" name="Shape 258"/>
          <p:cNvSpPr/>
          <p:nvPr/>
        </p:nvSpPr>
        <p:spPr>
          <a:xfrm>
            <a:off x="1060704" y="4882896"/>
            <a:ext cx="164592" cy="164592"/>
          </a:xfrm>
          <a:prstGeom prst="rect">
            <a:avLst/>
          </a:prstGeom>
          <a:solidFill>
            <a:srgbClr val="2D8A70"/>
          </a:solidFill>
          <a:ln w="12700">
            <a:solidFill>
              <a:srgbClr val="2D8A70"/>
            </a:solidFill>
            <a:prstDash val="solid"/>
          </a:ln>
        </p:spPr>
      </p:sp>
      <p:sp>
        <p:nvSpPr>
          <p:cNvPr id="261" name="Shape 259"/>
          <p:cNvSpPr/>
          <p:nvPr/>
        </p:nvSpPr>
        <p:spPr>
          <a:xfrm>
            <a:off x="1088136" y="4974336"/>
            <a:ext cx="45720" cy="54864"/>
          </a:xfrm>
          <a:prstGeom prst="line">
            <a:avLst/>
          </a:prstGeom>
          <a:noFill/>
          <a:ln w="15240">
            <a:solidFill>
              <a:srgbClr val="FFFFFF"/>
            </a:solidFill>
            <a:prstDash val="solid"/>
          </a:ln>
        </p:spPr>
      </p:sp>
      <p:sp>
        <p:nvSpPr>
          <p:cNvPr id="262" name="Shape 260"/>
          <p:cNvSpPr/>
          <p:nvPr/>
        </p:nvSpPr>
        <p:spPr>
          <a:xfrm>
            <a:off x="1133856" y="5029200"/>
            <a:ext cx="82296" cy="0"/>
          </a:xfrm>
          <a:prstGeom prst="line">
            <a:avLst/>
          </a:prstGeom>
          <a:noFill/>
          <a:ln w="15240">
            <a:solidFill>
              <a:srgbClr val="FFFFFF"/>
            </a:solidFill>
            <a:prstDash val="solid"/>
          </a:ln>
        </p:spPr>
      </p:sp>
      <p:sp>
        <p:nvSpPr>
          <p:cNvPr id="263" name="Text 261"/>
          <p:cNvSpPr/>
          <p:nvPr/>
        </p:nvSpPr>
        <p:spPr>
          <a:xfrm>
            <a:off x="1307592" y="4873752"/>
            <a:ext cx="9756648" cy="182880"/>
          </a:xfrm>
          <a:prstGeom prst="rect">
            <a:avLst/>
          </a:prstGeom>
          <a:noFill/>
          <a:ln/>
        </p:spPr>
        <p:txBody>
          <a:bodyPr wrap="square" lIns="635" tIns="635" rIns="635" bIns="635" rtlCol="0" anchor="t">
            <a:normAutofit/>
          </a:bodyPr>
          <a:lstStyle/>
          <a:p>
            <a:pPr marL="0" indent="0" algn="l">
              <a:lnSpc>
                <a:spcPct val="90000"/>
              </a:lnSpc>
              <a:buNone/>
            </a:pPr>
            <a:r>
              <a:rPr lang="en-US" sz="1240" dirty="0">
                <a:solidFill>
                  <a:srgbClr val="0B1F33"/>
                </a:solidFill>
                <a:latin typeface="Malgun Gothic" pitchFamily="34" charset="0"/>
                <a:ea typeface="Malgun Gothic" pitchFamily="34" charset="-122"/>
                <a:cs typeface="Malgun Gothic" pitchFamily="34" charset="-120"/>
              </a:rPr>
              <a:t>Telegram API: 담당자 알림 전송</a:t>
            </a:r>
            <a:endParaRPr lang="en-US" sz="1240" dirty="0"/>
          </a:p>
        </p:txBody>
      </p:sp>
      <p:sp>
        <p:nvSpPr>
          <p:cNvPr id="264" name="Shape 262"/>
          <p:cNvSpPr/>
          <p:nvPr/>
        </p:nvSpPr>
        <p:spPr>
          <a:xfrm>
            <a:off x="960120" y="5157216"/>
            <a:ext cx="10195560" cy="283464"/>
          </a:xfrm>
          <a:prstGeom prst="rect">
            <a:avLst/>
          </a:prstGeom>
          <a:solidFill>
            <a:srgbClr val="FFFFFF">
              <a:alpha val="96000"/>
            </a:srgbClr>
          </a:solidFill>
          <a:ln w="7620">
            <a:solidFill>
              <a:srgbClr val="C9D8E4"/>
            </a:solidFill>
            <a:prstDash val="solid"/>
          </a:ln>
        </p:spPr>
      </p:sp>
      <p:sp>
        <p:nvSpPr>
          <p:cNvPr id="265" name="Shape 263"/>
          <p:cNvSpPr/>
          <p:nvPr/>
        </p:nvSpPr>
        <p:spPr>
          <a:xfrm>
            <a:off x="1060704" y="5230368"/>
            <a:ext cx="164592" cy="164592"/>
          </a:xfrm>
          <a:prstGeom prst="rect">
            <a:avLst/>
          </a:prstGeom>
          <a:solidFill>
            <a:srgbClr val="2D8A70"/>
          </a:solidFill>
          <a:ln w="12700">
            <a:solidFill>
              <a:srgbClr val="2D8A70"/>
            </a:solidFill>
            <a:prstDash val="solid"/>
          </a:ln>
        </p:spPr>
      </p:sp>
      <p:sp>
        <p:nvSpPr>
          <p:cNvPr id="266" name="Shape 264"/>
          <p:cNvSpPr/>
          <p:nvPr/>
        </p:nvSpPr>
        <p:spPr>
          <a:xfrm>
            <a:off x="1088136" y="5321808"/>
            <a:ext cx="45720" cy="54864"/>
          </a:xfrm>
          <a:prstGeom prst="line">
            <a:avLst/>
          </a:prstGeom>
          <a:noFill/>
          <a:ln w="15240">
            <a:solidFill>
              <a:srgbClr val="FFFFFF"/>
            </a:solidFill>
            <a:prstDash val="solid"/>
          </a:ln>
        </p:spPr>
      </p:sp>
      <p:sp>
        <p:nvSpPr>
          <p:cNvPr id="267" name="Shape 265"/>
          <p:cNvSpPr/>
          <p:nvPr/>
        </p:nvSpPr>
        <p:spPr>
          <a:xfrm>
            <a:off x="1133856" y="5376672"/>
            <a:ext cx="82296" cy="0"/>
          </a:xfrm>
          <a:prstGeom prst="line">
            <a:avLst/>
          </a:prstGeom>
          <a:noFill/>
          <a:ln w="15240">
            <a:solidFill>
              <a:srgbClr val="FFFFFF"/>
            </a:solidFill>
            <a:prstDash val="solid"/>
          </a:ln>
        </p:spPr>
      </p:sp>
      <p:sp>
        <p:nvSpPr>
          <p:cNvPr id="268" name="Text 266"/>
          <p:cNvSpPr/>
          <p:nvPr/>
        </p:nvSpPr>
        <p:spPr>
          <a:xfrm>
            <a:off x="1307592" y="5221224"/>
            <a:ext cx="9756648" cy="182880"/>
          </a:xfrm>
          <a:prstGeom prst="rect">
            <a:avLst/>
          </a:prstGeom>
          <a:noFill/>
          <a:ln/>
        </p:spPr>
        <p:txBody>
          <a:bodyPr wrap="square" lIns="635" tIns="635" rIns="635" bIns="635" rtlCol="0" anchor="t">
            <a:normAutofit/>
          </a:bodyPr>
          <a:lstStyle/>
          <a:p>
            <a:pPr marL="0" indent="0" algn="l">
              <a:lnSpc>
                <a:spcPct val="90000"/>
              </a:lnSpc>
              <a:buNone/>
            </a:pPr>
            <a:r>
              <a:rPr lang="en-US" sz="1240" dirty="0">
                <a:solidFill>
                  <a:srgbClr val="0B1F33"/>
                </a:solidFill>
                <a:latin typeface="Malgun Gothic" pitchFamily="34" charset="0"/>
                <a:ea typeface="Malgun Gothic" pitchFamily="34" charset="-122"/>
                <a:cs typeface="Malgun Gothic" pitchFamily="34" charset="-120"/>
              </a:rPr>
              <a:t>Kakao Map API: 지도 위치 표시</a:t>
            </a:r>
            <a:endParaRPr lang="en-US" sz="1240" dirty="0"/>
          </a:p>
        </p:txBody>
      </p:sp>
      <p:sp>
        <p:nvSpPr>
          <p:cNvPr id="269" name="Shape 267"/>
          <p:cNvSpPr/>
          <p:nvPr/>
        </p:nvSpPr>
        <p:spPr>
          <a:xfrm>
            <a:off x="960120" y="5504688"/>
            <a:ext cx="10195560" cy="283464"/>
          </a:xfrm>
          <a:prstGeom prst="rect">
            <a:avLst/>
          </a:prstGeom>
          <a:solidFill>
            <a:srgbClr val="EFF7FC">
              <a:alpha val="96000"/>
            </a:srgbClr>
          </a:solidFill>
          <a:ln w="7620">
            <a:solidFill>
              <a:srgbClr val="C9D8E4"/>
            </a:solidFill>
            <a:prstDash val="solid"/>
          </a:ln>
        </p:spPr>
      </p:sp>
      <p:sp>
        <p:nvSpPr>
          <p:cNvPr id="270" name="Shape 268"/>
          <p:cNvSpPr/>
          <p:nvPr/>
        </p:nvSpPr>
        <p:spPr>
          <a:xfrm>
            <a:off x="1060704" y="5577840"/>
            <a:ext cx="164592" cy="164592"/>
          </a:xfrm>
          <a:prstGeom prst="rect">
            <a:avLst/>
          </a:prstGeom>
          <a:solidFill>
            <a:srgbClr val="2D8A70"/>
          </a:solidFill>
          <a:ln w="12700">
            <a:solidFill>
              <a:srgbClr val="2D8A70"/>
            </a:solidFill>
            <a:prstDash val="solid"/>
          </a:ln>
        </p:spPr>
      </p:sp>
      <p:sp>
        <p:nvSpPr>
          <p:cNvPr id="271" name="Shape 269"/>
          <p:cNvSpPr/>
          <p:nvPr/>
        </p:nvSpPr>
        <p:spPr>
          <a:xfrm>
            <a:off x="1088136" y="5669280"/>
            <a:ext cx="45720" cy="54864"/>
          </a:xfrm>
          <a:prstGeom prst="line">
            <a:avLst/>
          </a:prstGeom>
          <a:noFill/>
          <a:ln w="15240">
            <a:solidFill>
              <a:srgbClr val="FFFFFF"/>
            </a:solidFill>
            <a:prstDash val="solid"/>
          </a:ln>
        </p:spPr>
      </p:sp>
      <p:sp>
        <p:nvSpPr>
          <p:cNvPr id="272" name="Shape 270"/>
          <p:cNvSpPr/>
          <p:nvPr/>
        </p:nvSpPr>
        <p:spPr>
          <a:xfrm>
            <a:off x="1133856" y="5724144"/>
            <a:ext cx="82296" cy="0"/>
          </a:xfrm>
          <a:prstGeom prst="line">
            <a:avLst/>
          </a:prstGeom>
          <a:noFill/>
          <a:ln w="15240">
            <a:solidFill>
              <a:srgbClr val="FFFFFF"/>
            </a:solidFill>
            <a:prstDash val="solid"/>
          </a:ln>
        </p:spPr>
      </p:sp>
      <p:sp>
        <p:nvSpPr>
          <p:cNvPr id="273" name="Text 271"/>
          <p:cNvSpPr/>
          <p:nvPr/>
        </p:nvSpPr>
        <p:spPr>
          <a:xfrm>
            <a:off x="1307592" y="5568696"/>
            <a:ext cx="9756648" cy="182880"/>
          </a:xfrm>
          <a:prstGeom prst="rect">
            <a:avLst/>
          </a:prstGeom>
          <a:noFill/>
          <a:ln/>
        </p:spPr>
        <p:txBody>
          <a:bodyPr wrap="square" lIns="635" tIns="635" rIns="635" bIns="635" rtlCol="0" anchor="t">
            <a:normAutofit/>
          </a:bodyPr>
          <a:lstStyle/>
          <a:p>
            <a:pPr marL="0" indent="0" algn="l">
              <a:lnSpc>
                <a:spcPct val="90000"/>
              </a:lnSpc>
              <a:buNone/>
            </a:pPr>
            <a:r>
              <a:rPr lang="en-US" sz="1240" dirty="0">
                <a:solidFill>
                  <a:srgbClr val="0B1F33"/>
                </a:solidFill>
                <a:latin typeface="Malgun Gothic" pitchFamily="34" charset="0"/>
                <a:ea typeface="Malgun Gothic" pitchFamily="34" charset="-122"/>
                <a:cs typeface="Malgun Gothic" pitchFamily="34" charset="-120"/>
              </a:rPr>
              <a:t>API Key는 출입증이므로 GitHub에 공개 금지</a:t>
            </a:r>
            <a:endParaRPr lang="en-US" sz="12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Concept / Skill</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07</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Skill은 AI에게 특정 작업 방법을 알려주는 업무 매뉴얼이다.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작업 매뉴얼</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Skill은 무엇인가?</a:t>
            </a:r>
            <a:endParaRPr lang="en-US" sz="2900" dirty="0"/>
          </a:p>
        </p:txBody>
      </p:sp>
      <p:sp>
        <p:nvSpPr>
          <p:cNvPr id="215" name="Shape 213"/>
          <p:cNvSpPr/>
          <p:nvPr/>
        </p:nvSpPr>
        <p:spPr>
          <a:xfrm>
            <a:off x="822960" y="1691640"/>
            <a:ext cx="3063240" cy="2084832"/>
          </a:xfrm>
          <a:prstGeom prst="roundRect">
            <a:avLst>
              <a:gd name="adj" fmla="val 2632"/>
            </a:avLst>
          </a:prstGeom>
          <a:solidFill>
            <a:srgbClr val="FCE5D3"/>
          </a:solidFill>
          <a:ln w="15240">
            <a:solidFill>
              <a:srgbClr val="EA6A1A"/>
            </a:solidFill>
            <a:prstDash val="solid"/>
          </a:ln>
        </p:spPr>
      </p:sp>
      <p:sp>
        <p:nvSpPr>
          <p:cNvPr id="216" name="Shape 214"/>
          <p:cNvSpPr/>
          <p:nvPr/>
        </p:nvSpPr>
        <p:spPr>
          <a:xfrm>
            <a:off x="932688" y="1801368"/>
            <a:ext cx="1508760" cy="310896"/>
          </a:xfrm>
          <a:prstGeom prst="rect">
            <a:avLst/>
          </a:prstGeom>
          <a:solidFill>
            <a:srgbClr val="EA6A1A"/>
          </a:solidFill>
          <a:ln w="12700">
            <a:solidFill>
              <a:srgbClr val="EA6A1A"/>
            </a:solidFill>
            <a:prstDash val="solid"/>
          </a:ln>
        </p:spPr>
      </p:sp>
      <p:sp>
        <p:nvSpPr>
          <p:cNvPr id="217" name="Text 215"/>
          <p:cNvSpPr/>
          <p:nvPr/>
        </p:nvSpPr>
        <p:spPr>
          <a:xfrm>
            <a:off x="1005840" y="1856232"/>
            <a:ext cx="136245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SKILL</a:t>
            </a:r>
            <a:endParaRPr lang="en-US" sz="1050" dirty="0"/>
          </a:p>
        </p:txBody>
      </p:sp>
      <p:sp>
        <p:nvSpPr>
          <p:cNvPr id="218" name="Text 216"/>
          <p:cNvSpPr/>
          <p:nvPr/>
        </p:nvSpPr>
        <p:spPr>
          <a:xfrm>
            <a:off x="1024128" y="2221992"/>
            <a:ext cx="2660904" cy="1389888"/>
          </a:xfrm>
          <a:prstGeom prst="rect">
            <a:avLst/>
          </a:prstGeom>
          <a:noFill/>
          <a:ln/>
        </p:spPr>
        <p:txBody>
          <a:bodyPr wrap="square" lIns="635" tIns="635" rIns="635" bIns="635" rtlCol="0" anchor="ctr">
            <a:normAutofit/>
          </a:bodyPr>
          <a:lstStyle/>
          <a:p>
            <a:pPr marL="0" indent="0" algn="ctr">
              <a:lnSpc>
                <a:spcPct val="90000"/>
              </a:lnSpc>
              <a:buNone/>
            </a:pPr>
            <a:r>
              <a:rPr lang="en-US" sz="1650" dirty="0">
                <a:solidFill>
                  <a:srgbClr val="0B1F33"/>
                </a:solidFill>
                <a:latin typeface="Malgun Gothic" pitchFamily="34" charset="0"/>
                <a:ea typeface="Malgun Gothic" pitchFamily="34" charset="-122"/>
                <a:cs typeface="Malgun Gothic" pitchFamily="34" charset="-120"/>
              </a:rPr>
              <a:t>신규 직원 업무 매뉴얼</a:t>
            </a:r>
            <a:endParaRPr lang="en-US" sz="1650" dirty="0"/>
          </a:p>
          <a:p>
            <a:pPr marL="0" indent="0" algn="ctr">
              <a:lnSpc>
                <a:spcPct val="90000"/>
              </a:lnSpc>
              <a:buNone/>
            </a:pPr>
            <a:r>
              <a:rPr lang="en-US" sz="1650" dirty="0">
                <a:solidFill>
                  <a:srgbClr val="0B1F33"/>
                </a:solidFill>
                <a:latin typeface="Malgun Gothic" pitchFamily="34" charset="0"/>
                <a:ea typeface="Malgun Gothic" pitchFamily="34" charset="-122"/>
                <a:cs typeface="Malgun Gothic" pitchFamily="34" charset="-120"/>
              </a:rPr>
              <a:t>학교 업무 처리 절차서</a:t>
            </a:r>
            <a:endParaRPr lang="en-US" sz="1650" dirty="0"/>
          </a:p>
          <a:p>
            <a:pPr marL="0" indent="0" algn="ctr">
              <a:lnSpc>
                <a:spcPct val="90000"/>
              </a:lnSpc>
              <a:buNone/>
            </a:pPr>
            <a:r>
              <a:rPr lang="en-US" sz="1650" dirty="0">
                <a:solidFill>
                  <a:srgbClr val="0B1F33"/>
                </a:solidFill>
                <a:latin typeface="Malgun Gothic" pitchFamily="34" charset="0"/>
                <a:ea typeface="Malgun Gothic" pitchFamily="34" charset="-122"/>
                <a:cs typeface="Malgun Gothic" pitchFamily="34" charset="-120"/>
              </a:rPr>
              <a:t>작업 순서와 검수 기준</a:t>
            </a:r>
            <a:endParaRPr lang="en-US" sz="1650" dirty="0"/>
          </a:p>
        </p:txBody>
      </p:sp>
      <p:sp>
        <p:nvSpPr>
          <p:cNvPr id="219" name="Shape 217"/>
          <p:cNvSpPr/>
          <p:nvPr/>
        </p:nvSpPr>
        <p:spPr>
          <a:xfrm>
            <a:off x="868680" y="1737360"/>
            <a:ext cx="256032" cy="0"/>
          </a:xfrm>
          <a:prstGeom prst="line">
            <a:avLst/>
          </a:prstGeom>
          <a:noFill/>
          <a:ln w="13970">
            <a:solidFill>
              <a:srgbClr val="EA6A1A"/>
            </a:solidFill>
            <a:prstDash val="solid"/>
          </a:ln>
        </p:spPr>
      </p:sp>
      <p:sp>
        <p:nvSpPr>
          <p:cNvPr id="220" name="Shape 218"/>
          <p:cNvSpPr/>
          <p:nvPr/>
        </p:nvSpPr>
        <p:spPr>
          <a:xfrm>
            <a:off x="868680" y="1737360"/>
            <a:ext cx="0" cy="256032"/>
          </a:xfrm>
          <a:prstGeom prst="line">
            <a:avLst/>
          </a:prstGeom>
          <a:noFill/>
          <a:ln w="13970">
            <a:solidFill>
              <a:srgbClr val="EA6A1A"/>
            </a:solidFill>
            <a:prstDash val="solid"/>
          </a:ln>
        </p:spPr>
      </p:sp>
      <p:sp>
        <p:nvSpPr>
          <p:cNvPr id="221" name="Shape 219"/>
          <p:cNvSpPr/>
          <p:nvPr/>
        </p:nvSpPr>
        <p:spPr>
          <a:xfrm>
            <a:off x="3840480" y="1737360"/>
            <a:ext cx="0" cy="0"/>
          </a:xfrm>
          <a:prstGeom prst="line">
            <a:avLst/>
          </a:prstGeom>
          <a:noFill/>
          <a:ln w="13970">
            <a:solidFill>
              <a:srgbClr val="EA6A1A"/>
            </a:solidFill>
            <a:prstDash val="solid"/>
          </a:ln>
        </p:spPr>
      </p:sp>
      <p:sp>
        <p:nvSpPr>
          <p:cNvPr id="222" name="Shape 220"/>
          <p:cNvSpPr/>
          <p:nvPr/>
        </p:nvSpPr>
        <p:spPr>
          <a:xfrm>
            <a:off x="3840480" y="1737360"/>
            <a:ext cx="0" cy="256032"/>
          </a:xfrm>
          <a:prstGeom prst="line">
            <a:avLst/>
          </a:prstGeom>
          <a:noFill/>
          <a:ln w="13970">
            <a:solidFill>
              <a:srgbClr val="EA6A1A"/>
            </a:solidFill>
            <a:prstDash val="solid"/>
          </a:ln>
        </p:spPr>
      </p:sp>
      <p:sp>
        <p:nvSpPr>
          <p:cNvPr id="223" name="Shape 221"/>
          <p:cNvSpPr/>
          <p:nvPr/>
        </p:nvSpPr>
        <p:spPr>
          <a:xfrm>
            <a:off x="868680" y="3730752"/>
            <a:ext cx="256032" cy="0"/>
          </a:xfrm>
          <a:prstGeom prst="line">
            <a:avLst/>
          </a:prstGeom>
          <a:noFill/>
          <a:ln w="13970">
            <a:solidFill>
              <a:srgbClr val="EA6A1A"/>
            </a:solidFill>
            <a:prstDash val="solid"/>
          </a:ln>
        </p:spPr>
      </p:sp>
      <p:sp>
        <p:nvSpPr>
          <p:cNvPr id="224" name="Shape 222"/>
          <p:cNvSpPr/>
          <p:nvPr/>
        </p:nvSpPr>
        <p:spPr>
          <a:xfrm>
            <a:off x="868680" y="3730752"/>
            <a:ext cx="0" cy="0"/>
          </a:xfrm>
          <a:prstGeom prst="line">
            <a:avLst/>
          </a:prstGeom>
          <a:noFill/>
          <a:ln w="13970">
            <a:solidFill>
              <a:srgbClr val="EA6A1A"/>
            </a:solidFill>
            <a:prstDash val="solid"/>
          </a:ln>
        </p:spPr>
      </p:sp>
      <p:sp>
        <p:nvSpPr>
          <p:cNvPr id="225" name="Shape 223"/>
          <p:cNvSpPr/>
          <p:nvPr/>
        </p:nvSpPr>
        <p:spPr>
          <a:xfrm>
            <a:off x="3840480" y="3730752"/>
            <a:ext cx="0" cy="0"/>
          </a:xfrm>
          <a:prstGeom prst="line">
            <a:avLst/>
          </a:prstGeom>
          <a:noFill/>
          <a:ln w="13970">
            <a:solidFill>
              <a:srgbClr val="EA6A1A"/>
            </a:solidFill>
            <a:prstDash val="solid"/>
          </a:ln>
        </p:spPr>
      </p:sp>
      <p:sp>
        <p:nvSpPr>
          <p:cNvPr id="226" name="Shape 224"/>
          <p:cNvSpPr/>
          <p:nvPr/>
        </p:nvSpPr>
        <p:spPr>
          <a:xfrm>
            <a:off x="3840480" y="3730752"/>
            <a:ext cx="0" cy="0"/>
          </a:xfrm>
          <a:prstGeom prst="line">
            <a:avLst/>
          </a:prstGeom>
          <a:noFill/>
          <a:ln w="13970">
            <a:solidFill>
              <a:srgbClr val="EA6A1A"/>
            </a:solidFill>
            <a:prstDash val="solid"/>
          </a:ln>
        </p:spPr>
      </p:sp>
      <p:sp>
        <p:nvSpPr>
          <p:cNvPr id="227" name="Shape 225"/>
          <p:cNvSpPr/>
          <p:nvPr/>
        </p:nvSpPr>
        <p:spPr>
          <a:xfrm>
            <a:off x="4343400" y="1481328"/>
            <a:ext cx="1920240" cy="841248"/>
          </a:xfrm>
          <a:prstGeom prst="roundRect">
            <a:avLst>
              <a:gd name="adj" fmla="val 6522"/>
            </a:avLst>
          </a:prstGeom>
          <a:solidFill>
            <a:srgbClr val="FFFFFF"/>
          </a:solidFill>
          <a:ln w="15240">
            <a:solidFill>
              <a:srgbClr val="256B9A"/>
            </a:solidFill>
            <a:prstDash val="solid"/>
          </a:ln>
        </p:spPr>
      </p:sp>
      <p:sp>
        <p:nvSpPr>
          <p:cNvPr id="228" name="Shape 226"/>
          <p:cNvSpPr/>
          <p:nvPr/>
        </p:nvSpPr>
        <p:spPr>
          <a:xfrm>
            <a:off x="4453128" y="1591056"/>
            <a:ext cx="658368" cy="310896"/>
          </a:xfrm>
          <a:prstGeom prst="rect">
            <a:avLst/>
          </a:prstGeom>
          <a:solidFill>
            <a:srgbClr val="256B9A"/>
          </a:solidFill>
          <a:ln w="12700">
            <a:solidFill>
              <a:srgbClr val="256B9A"/>
            </a:solidFill>
            <a:prstDash val="solid"/>
          </a:ln>
        </p:spPr>
      </p:sp>
      <p:sp>
        <p:nvSpPr>
          <p:cNvPr id="229" name="Text 227"/>
          <p:cNvSpPr/>
          <p:nvPr/>
        </p:nvSpPr>
        <p:spPr>
          <a:xfrm>
            <a:off x="4526280" y="1645920"/>
            <a:ext cx="512064"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예시</a:t>
            </a:r>
            <a:endParaRPr lang="en-US" sz="1050" dirty="0"/>
          </a:p>
        </p:txBody>
      </p:sp>
      <p:sp>
        <p:nvSpPr>
          <p:cNvPr id="230" name="Text 228"/>
          <p:cNvSpPr/>
          <p:nvPr/>
        </p:nvSpPr>
        <p:spPr>
          <a:xfrm>
            <a:off x="4544568" y="2011680"/>
            <a:ext cx="1517904" cy="146304"/>
          </a:xfrm>
          <a:prstGeom prst="rect">
            <a:avLst/>
          </a:prstGeom>
          <a:noFill/>
          <a:ln/>
        </p:spPr>
        <p:txBody>
          <a:bodyPr wrap="square" lIns="635" tIns="635" rIns="635" bIns="635" rtlCol="0" anchor="ctr">
            <a:normAutofit fontScale="92500" lnSpcReduction="20000"/>
          </a:bodyPr>
          <a:lstStyle/>
          <a:p>
            <a:pPr marL="0" indent="0" algn="ctr">
              <a:lnSpc>
                <a:spcPct val="90000"/>
              </a:lnSpc>
              <a:buNone/>
            </a:pPr>
            <a:r>
              <a:rPr lang="en-US" sz="1250" dirty="0">
                <a:solidFill>
                  <a:srgbClr val="0B1F33"/>
                </a:solidFill>
                <a:latin typeface="Malgun Gothic" pitchFamily="34" charset="0"/>
                <a:ea typeface="Malgun Gothic" pitchFamily="34" charset="-122"/>
                <a:cs typeface="Malgun Gothic" pitchFamily="34" charset="-120"/>
              </a:rPr>
              <a:t>PPT 만드는 스킬</a:t>
            </a:r>
            <a:endParaRPr lang="en-US" sz="1250" dirty="0"/>
          </a:p>
        </p:txBody>
      </p:sp>
      <p:sp>
        <p:nvSpPr>
          <p:cNvPr id="231" name="Shape 229"/>
          <p:cNvSpPr/>
          <p:nvPr/>
        </p:nvSpPr>
        <p:spPr>
          <a:xfrm>
            <a:off x="4389120" y="1527048"/>
            <a:ext cx="256032" cy="0"/>
          </a:xfrm>
          <a:prstGeom prst="line">
            <a:avLst/>
          </a:prstGeom>
          <a:noFill/>
          <a:ln w="13970">
            <a:solidFill>
              <a:srgbClr val="256B9A"/>
            </a:solidFill>
            <a:prstDash val="solid"/>
          </a:ln>
        </p:spPr>
      </p:sp>
      <p:sp>
        <p:nvSpPr>
          <p:cNvPr id="232" name="Shape 230"/>
          <p:cNvSpPr/>
          <p:nvPr/>
        </p:nvSpPr>
        <p:spPr>
          <a:xfrm>
            <a:off x="4389120" y="1527048"/>
            <a:ext cx="0" cy="256032"/>
          </a:xfrm>
          <a:prstGeom prst="line">
            <a:avLst/>
          </a:prstGeom>
          <a:noFill/>
          <a:ln w="13970">
            <a:solidFill>
              <a:srgbClr val="256B9A"/>
            </a:solidFill>
            <a:prstDash val="solid"/>
          </a:ln>
        </p:spPr>
      </p:sp>
      <p:sp>
        <p:nvSpPr>
          <p:cNvPr id="233" name="Shape 231"/>
          <p:cNvSpPr/>
          <p:nvPr/>
        </p:nvSpPr>
        <p:spPr>
          <a:xfrm>
            <a:off x="6217920" y="1527048"/>
            <a:ext cx="0" cy="0"/>
          </a:xfrm>
          <a:prstGeom prst="line">
            <a:avLst/>
          </a:prstGeom>
          <a:noFill/>
          <a:ln w="13970">
            <a:solidFill>
              <a:srgbClr val="256B9A"/>
            </a:solidFill>
            <a:prstDash val="solid"/>
          </a:ln>
        </p:spPr>
      </p:sp>
      <p:sp>
        <p:nvSpPr>
          <p:cNvPr id="234" name="Shape 232"/>
          <p:cNvSpPr/>
          <p:nvPr/>
        </p:nvSpPr>
        <p:spPr>
          <a:xfrm>
            <a:off x="6217920" y="1527048"/>
            <a:ext cx="0" cy="256032"/>
          </a:xfrm>
          <a:prstGeom prst="line">
            <a:avLst/>
          </a:prstGeom>
          <a:noFill/>
          <a:ln w="13970">
            <a:solidFill>
              <a:srgbClr val="256B9A"/>
            </a:solidFill>
            <a:prstDash val="solid"/>
          </a:ln>
        </p:spPr>
      </p:sp>
      <p:sp>
        <p:nvSpPr>
          <p:cNvPr id="235" name="Shape 233"/>
          <p:cNvSpPr/>
          <p:nvPr/>
        </p:nvSpPr>
        <p:spPr>
          <a:xfrm>
            <a:off x="4389120" y="2276856"/>
            <a:ext cx="256032" cy="0"/>
          </a:xfrm>
          <a:prstGeom prst="line">
            <a:avLst/>
          </a:prstGeom>
          <a:noFill/>
          <a:ln w="13970">
            <a:solidFill>
              <a:srgbClr val="256B9A"/>
            </a:solidFill>
            <a:prstDash val="solid"/>
          </a:ln>
        </p:spPr>
      </p:sp>
      <p:sp>
        <p:nvSpPr>
          <p:cNvPr id="236" name="Shape 234"/>
          <p:cNvSpPr/>
          <p:nvPr/>
        </p:nvSpPr>
        <p:spPr>
          <a:xfrm>
            <a:off x="4389120" y="2276856"/>
            <a:ext cx="0" cy="0"/>
          </a:xfrm>
          <a:prstGeom prst="line">
            <a:avLst/>
          </a:prstGeom>
          <a:noFill/>
          <a:ln w="13970">
            <a:solidFill>
              <a:srgbClr val="256B9A"/>
            </a:solidFill>
            <a:prstDash val="solid"/>
          </a:ln>
        </p:spPr>
      </p:sp>
      <p:sp>
        <p:nvSpPr>
          <p:cNvPr id="237" name="Shape 235"/>
          <p:cNvSpPr/>
          <p:nvPr/>
        </p:nvSpPr>
        <p:spPr>
          <a:xfrm>
            <a:off x="6217920" y="2276856"/>
            <a:ext cx="0" cy="0"/>
          </a:xfrm>
          <a:prstGeom prst="line">
            <a:avLst/>
          </a:prstGeom>
          <a:noFill/>
          <a:ln w="13970">
            <a:solidFill>
              <a:srgbClr val="256B9A"/>
            </a:solidFill>
            <a:prstDash val="solid"/>
          </a:ln>
        </p:spPr>
      </p:sp>
      <p:sp>
        <p:nvSpPr>
          <p:cNvPr id="238" name="Shape 236"/>
          <p:cNvSpPr/>
          <p:nvPr/>
        </p:nvSpPr>
        <p:spPr>
          <a:xfrm>
            <a:off x="6217920" y="2276856"/>
            <a:ext cx="0" cy="0"/>
          </a:xfrm>
          <a:prstGeom prst="line">
            <a:avLst/>
          </a:prstGeom>
          <a:noFill/>
          <a:ln w="13970">
            <a:solidFill>
              <a:srgbClr val="256B9A"/>
            </a:solidFill>
            <a:prstDash val="solid"/>
          </a:ln>
        </p:spPr>
      </p:sp>
      <p:sp>
        <p:nvSpPr>
          <p:cNvPr id="239" name="Shape 237"/>
          <p:cNvSpPr/>
          <p:nvPr/>
        </p:nvSpPr>
        <p:spPr>
          <a:xfrm>
            <a:off x="6629400" y="1481328"/>
            <a:ext cx="1920240" cy="841248"/>
          </a:xfrm>
          <a:prstGeom prst="roundRect">
            <a:avLst>
              <a:gd name="adj" fmla="val 6522"/>
            </a:avLst>
          </a:prstGeom>
          <a:solidFill>
            <a:srgbClr val="FFFFFF"/>
          </a:solidFill>
          <a:ln w="15240">
            <a:solidFill>
              <a:srgbClr val="256B9A"/>
            </a:solidFill>
            <a:prstDash val="solid"/>
          </a:ln>
        </p:spPr>
      </p:sp>
      <p:sp>
        <p:nvSpPr>
          <p:cNvPr id="240" name="Shape 238"/>
          <p:cNvSpPr/>
          <p:nvPr/>
        </p:nvSpPr>
        <p:spPr>
          <a:xfrm>
            <a:off x="6739128" y="1591056"/>
            <a:ext cx="658368" cy="310896"/>
          </a:xfrm>
          <a:prstGeom prst="rect">
            <a:avLst/>
          </a:prstGeom>
          <a:solidFill>
            <a:srgbClr val="256B9A"/>
          </a:solidFill>
          <a:ln w="12700">
            <a:solidFill>
              <a:srgbClr val="256B9A"/>
            </a:solidFill>
            <a:prstDash val="solid"/>
          </a:ln>
        </p:spPr>
      </p:sp>
      <p:sp>
        <p:nvSpPr>
          <p:cNvPr id="241" name="Text 239"/>
          <p:cNvSpPr/>
          <p:nvPr/>
        </p:nvSpPr>
        <p:spPr>
          <a:xfrm>
            <a:off x="6812280" y="1645920"/>
            <a:ext cx="512064"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예시</a:t>
            </a:r>
            <a:endParaRPr lang="en-US" sz="1050" dirty="0"/>
          </a:p>
        </p:txBody>
      </p:sp>
      <p:sp>
        <p:nvSpPr>
          <p:cNvPr id="242" name="Text 240"/>
          <p:cNvSpPr/>
          <p:nvPr/>
        </p:nvSpPr>
        <p:spPr>
          <a:xfrm>
            <a:off x="6830568" y="2011680"/>
            <a:ext cx="1517904" cy="146304"/>
          </a:xfrm>
          <a:prstGeom prst="rect">
            <a:avLst/>
          </a:prstGeom>
          <a:noFill/>
          <a:ln/>
        </p:spPr>
        <p:txBody>
          <a:bodyPr wrap="square" lIns="635" tIns="635" rIns="635" bIns="635" rtlCol="0" anchor="ctr">
            <a:normAutofit fontScale="92500" lnSpcReduction="20000"/>
          </a:bodyPr>
          <a:lstStyle/>
          <a:p>
            <a:pPr marL="0" indent="0" algn="ctr">
              <a:lnSpc>
                <a:spcPct val="90000"/>
              </a:lnSpc>
              <a:buNone/>
            </a:pPr>
            <a:r>
              <a:rPr lang="en-US" sz="1250" dirty="0">
                <a:solidFill>
                  <a:srgbClr val="0B1F33"/>
                </a:solidFill>
                <a:latin typeface="Malgun Gothic" pitchFamily="34" charset="0"/>
                <a:ea typeface="Malgun Gothic" pitchFamily="34" charset="-122"/>
                <a:cs typeface="Malgun Gothic" pitchFamily="34" charset="-120"/>
              </a:rPr>
              <a:t>PDF 만드는 스킬</a:t>
            </a:r>
            <a:endParaRPr lang="en-US" sz="1250" dirty="0"/>
          </a:p>
        </p:txBody>
      </p:sp>
      <p:sp>
        <p:nvSpPr>
          <p:cNvPr id="243" name="Shape 241"/>
          <p:cNvSpPr/>
          <p:nvPr/>
        </p:nvSpPr>
        <p:spPr>
          <a:xfrm>
            <a:off x="6675120" y="1527048"/>
            <a:ext cx="256032" cy="0"/>
          </a:xfrm>
          <a:prstGeom prst="line">
            <a:avLst/>
          </a:prstGeom>
          <a:noFill/>
          <a:ln w="13970">
            <a:solidFill>
              <a:srgbClr val="256B9A"/>
            </a:solidFill>
            <a:prstDash val="solid"/>
          </a:ln>
        </p:spPr>
      </p:sp>
      <p:sp>
        <p:nvSpPr>
          <p:cNvPr id="244" name="Shape 242"/>
          <p:cNvSpPr/>
          <p:nvPr/>
        </p:nvSpPr>
        <p:spPr>
          <a:xfrm>
            <a:off x="6675120" y="1527048"/>
            <a:ext cx="0" cy="256032"/>
          </a:xfrm>
          <a:prstGeom prst="line">
            <a:avLst/>
          </a:prstGeom>
          <a:noFill/>
          <a:ln w="13970">
            <a:solidFill>
              <a:srgbClr val="256B9A"/>
            </a:solidFill>
            <a:prstDash val="solid"/>
          </a:ln>
        </p:spPr>
      </p:sp>
      <p:sp>
        <p:nvSpPr>
          <p:cNvPr id="245" name="Shape 243"/>
          <p:cNvSpPr/>
          <p:nvPr/>
        </p:nvSpPr>
        <p:spPr>
          <a:xfrm>
            <a:off x="8503920" y="1527048"/>
            <a:ext cx="0" cy="0"/>
          </a:xfrm>
          <a:prstGeom prst="line">
            <a:avLst/>
          </a:prstGeom>
          <a:noFill/>
          <a:ln w="13970">
            <a:solidFill>
              <a:srgbClr val="256B9A"/>
            </a:solidFill>
            <a:prstDash val="solid"/>
          </a:ln>
        </p:spPr>
      </p:sp>
      <p:sp>
        <p:nvSpPr>
          <p:cNvPr id="246" name="Shape 244"/>
          <p:cNvSpPr/>
          <p:nvPr/>
        </p:nvSpPr>
        <p:spPr>
          <a:xfrm>
            <a:off x="8503920" y="1527048"/>
            <a:ext cx="0" cy="256032"/>
          </a:xfrm>
          <a:prstGeom prst="line">
            <a:avLst/>
          </a:prstGeom>
          <a:noFill/>
          <a:ln w="13970">
            <a:solidFill>
              <a:srgbClr val="256B9A"/>
            </a:solidFill>
            <a:prstDash val="solid"/>
          </a:ln>
        </p:spPr>
      </p:sp>
      <p:sp>
        <p:nvSpPr>
          <p:cNvPr id="247" name="Shape 245"/>
          <p:cNvSpPr/>
          <p:nvPr/>
        </p:nvSpPr>
        <p:spPr>
          <a:xfrm>
            <a:off x="6675120" y="2276856"/>
            <a:ext cx="256032" cy="0"/>
          </a:xfrm>
          <a:prstGeom prst="line">
            <a:avLst/>
          </a:prstGeom>
          <a:noFill/>
          <a:ln w="13970">
            <a:solidFill>
              <a:srgbClr val="256B9A"/>
            </a:solidFill>
            <a:prstDash val="solid"/>
          </a:ln>
        </p:spPr>
      </p:sp>
      <p:sp>
        <p:nvSpPr>
          <p:cNvPr id="248" name="Shape 246"/>
          <p:cNvSpPr/>
          <p:nvPr/>
        </p:nvSpPr>
        <p:spPr>
          <a:xfrm>
            <a:off x="6675120" y="2276856"/>
            <a:ext cx="0" cy="0"/>
          </a:xfrm>
          <a:prstGeom prst="line">
            <a:avLst/>
          </a:prstGeom>
          <a:noFill/>
          <a:ln w="13970">
            <a:solidFill>
              <a:srgbClr val="256B9A"/>
            </a:solidFill>
            <a:prstDash val="solid"/>
          </a:ln>
        </p:spPr>
      </p:sp>
      <p:sp>
        <p:nvSpPr>
          <p:cNvPr id="249" name="Shape 247"/>
          <p:cNvSpPr/>
          <p:nvPr/>
        </p:nvSpPr>
        <p:spPr>
          <a:xfrm>
            <a:off x="8503920" y="2276856"/>
            <a:ext cx="0" cy="0"/>
          </a:xfrm>
          <a:prstGeom prst="line">
            <a:avLst/>
          </a:prstGeom>
          <a:noFill/>
          <a:ln w="13970">
            <a:solidFill>
              <a:srgbClr val="256B9A"/>
            </a:solidFill>
            <a:prstDash val="solid"/>
          </a:ln>
        </p:spPr>
      </p:sp>
      <p:sp>
        <p:nvSpPr>
          <p:cNvPr id="250" name="Shape 248"/>
          <p:cNvSpPr/>
          <p:nvPr/>
        </p:nvSpPr>
        <p:spPr>
          <a:xfrm>
            <a:off x="8503920" y="2276856"/>
            <a:ext cx="0" cy="0"/>
          </a:xfrm>
          <a:prstGeom prst="line">
            <a:avLst/>
          </a:prstGeom>
          <a:noFill/>
          <a:ln w="13970">
            <a:solidFill>
              <a:srgbClr val="256B9A"/>
            </a:solidFill>
            <a:prstDash val="solid"/>
          </a:ln>
        </p:spPr>
      </p:sp>
      <p:sp>
        <p:nvSpPr>
          <p:cNvPr id="251" name="Shape 249"/>
          <p:cNvSpPr/>
          <p:nvPr/>
        </p:nvSpPr>
        <p:spPr>
          <a:xfrm>
            <a:off x="4343400" y="2816352"/>
            <a:ext cx="1920240" cy="841248"/>
          </a:xfrm>
          <a:prstGeom prst="roundRect">
            <a:avLst>
              <a:gd name="adj" fmla="val 6522"/>
            </a:avLst>
          </a:prstGeom>
          <a:solidFill>
            <a:srgbClr val="FFFFFF"/>
          </a:solidFill>
          <a:ln w="15240">
            <a:solidFill>
              <a:srgbClr val="256B9A"/>
            </a:solidFill>
            <a:prstDash val="solid"/>
          </a:ln>
        </p:spPr>
      </p:sp>
      <p:sp>
        <p:nvSpPr>
          <p:cNvPr id="252" name="Shape 250"/>
          <p:cNvSpPr/>
          <p:nvPr/>
        </p:nvSpPr>
        <p:spPr>
          <a:xfrm>
            <a:off x="4453128" y="2926080"/>
            <a:ext cx="658368" cy="310896"/>
          </a:xfrm>
          <a:prstGeom prst="rect">
            <a:avLst/>
          </a:prstGeom>
          <a:solidFill>
            <a:srgbClr val="256B9A"/>
          </a:solidFill>
          <a:ln w="12700">
            <a:solidFill>
              <a:srgbClr val="256B9A"/>
            </a:solidFill>
            <a:prstDash val="solid"/>
          </a:ln>
        </p:spPr>
      </p:sp>
      <p:sp>
        <p:nvSpPr>
          <p:cNvPr id="253" name="Text 251"/>
          <p:cNvSpPr/>
          <p:nvPr/>
        </p:nvSpPr>
        <p:spPr>
          <a:xfrm>
            <a:off x="4526280" y="2980944"/>
            <a:ext cx="512064"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예시</a:t>
            </a:r>
            <a:endParaRPr lang="en-US" sz="1050" dirty="0"/>
          </a:p>
        </p:txBody>
      </p:sp>
      <p:sp>
        <p:nvSpPr>
          <p:cNvPr id="254" name="Text 252"/>
          <p:cNvSpPr/>
          <p:nvPr/>
        </p:nvSpPr>
        <p:spPr>
          <a:xfrm>
            <a:off x="4544568" y="3346704"/>
            <a:ext cx="1517904" cy="146304"/>
          </a:xfrm>
          <a:prstGeom prst="rect">
            <a:avLst/>
          </a:prstGeom>
          <a:noFill/>
          <a:ln/>
        </p:spPr>
        <p:txBody>
          <a:bodyPr wrap="square" lIns="635" tIns="635" rIns="635" bIns="635" rtlCol="0" anchor="ctr">
            <a:normAutofit fontScale="92500" lnSpcReduction="20000"/>
          </a:bodyPr>
          <a:lstStyle/>
          <a:p>
            <a:pPr marL="0" indent="0" algn="ctr">
              <a:lnSpc>
                <a:spcPct val="90000"/>
              </a:lnSpc>
              <a:buNone/>
            </a:pPr>
            <a:r>
              <a:rPr lang="en-US" sz="1250" dirty="0">
                <a:solidFill>
                  <a:srgbClr val="0B1F33"/>
                </a:solidFill>
                <a:latin typeface="Malgun Gothic" pitchFamily="34" charset="0"/>
                <a:ea typeface="Malgun Gothic" pitchFamily="34" charset="-122"/>
                <a:cs typeface="Malgun Gothic" pitchFamily="34" charset="-120"/>
              </a:rPr>
              <a:t>코드 리뷰 스킬</a:t>
            </a:r>
            <a:endParaRPr lang="en-US" sz="1250" dirty="0"/>
          </a:p>
        </p:txBody>
      </p:sp>
      <p:sp>
        <p:nvSpPr>
          <p:cNvPr id="255" name="Shape 253"/>
          <p:cNvSpPr/>
          <p:nvPr/>
        </p:nvSpPr>
        <p:spPr>
          <a:xfrm>
            <a:off x="4389120" y="2862072"/>
            <a:ext cx="256032" cy="0"/>
          </a:xfrm>
          <a:prstGeom prst="line">
            <a:avLst/>
          </a:prstGeom>
          <a:noFill/>
          <a:ln w="13970">
            <a:solidFill>
              <a:srgbClr val="256B9A"/>
            </a:solidFill>
            <a:prstDash val="solid"/>
          </a:ln>
        </p:spPr>
      </p:sp>
      <p:sp>
        <p:nvSpPr>
          <p:cNvPr id="256" name="Shape 254"/>
          <p:cNvSpPr/>
          <p:nvPr/>
        </p:nvSpPr>
        <p:spPr>
          <a:xfrm>
            <a:off x="4389120" y="2862072"/>
            <a:ext cx="0" cy="256032"/>
          </a:xfrm>
          <a:prstGeom prst="line">
            <a:avLst/>
          </a:prstGeom>
          <a:noFill/>
          <a:ln w="13970">
            <a:solidFill>
              <a:srgbClr val="256B9A"/>
            </a:solidFill>
            <a:prstDash val="solid"/>
          </a:ln>
        </p:spPr>
      </p:sp>
      <p:sp>
        <p:nvSpPr>
          <p:cNvPr id="257" name="Shape 255"/>
          <p:cNvSpPr/>
          <p:nvPr/>
        </p:nvSpPr>
        <p:spPr>
          <a:xfrm>
            <a:off x="6217920" y="2862072"/>
            <a:ext cx="0" cy="0"/>
          </a:xfrm>
          <a:prstGeom prst="line">
            <a:avLst/>
          </a:prstGeom>
          <a:noFill/>
          <a:ln w="13970">
            <a:solidFill>
              <a:srgbClr val="256B9A"/>
            </a:solidFill>
            <a:prstDash val="solid"/>
          </a:ln>
        </p:spPr>
      </p:sp>
      <p:sp>
        <p:nvSpPr>
          <p:cNvPr id="258" name="Shape 256"/>
          <p:cNvSpPr/>
          <p:nvPr/>
        </p:nvSpPr>
        <p:spPr>
          <a:xfrm>
            <a:off x="6217920" y="2862072"/>
            <a:ext cx="0" cy="256032"/>
          </a:xfrm>
          <a:prstGeom prst="line">
            <a:avLst/>
          </a:prstGeom>
          <a:noFill/>
          <a:ln w="13970">
            <a:solidFill>
              <a:srgbClr val="256B9A"/>
            </a:solidFill>
            <a:prstDash val="solid"/>
          </a:ln>
        </p:spPr>
      </p:sp>
      <p:sp>
        <p:nvSpPr>
          <p:cNvPr id="259" name="Shape 257"/>
          <p:cNvSpPr/>
          <p:nvPr/>
        </p:nvSpPr>
        <p:spPr>
          <a:xfrm>
            <a:off x="4389120" y="3611880"/>
            <a:ext cx="256032" cy="0"/>
          </a:xfrm>
          <a:prstGeom prst="line">
            <a:avLst/>
          </a:prstGeom>
          <a:noFill/>
          <a:ln w="13970">
            <a:solidFill>
              <a:srgbClr val="256B9A"/>
            </a:solidFill>
            <a:prstDash val="solid"/>
          </a:ln>
        </p:spPr>
      </p:sp>
      <p:sp>
        <p:nvSpPr>
          <p:cNvPr id="260" name="Shape 258"/>
          <p:cNvSpPr/>
          <p:nvPr/>
        </p:nvSpPr>
        <p:spPr>
          <a:xfrm>
            <a:off x="4389120" y="3611880"/>
            <a:ext cx="0" cy="0"/>
          </a:xfrm>
          <a:prstGeom prst="line">
            <a:avLst/>
          </a:prstGeom>
          <a:noFill/>
          <a:ln w="13970">
            <a:solidFill>
              <a:srgbClr val="256B9A"/>
            </a:solidFill>
            <a:prstDash val="solid"/>
          </a:ln>
        </p:spPr>
      </p:sp>
      <p:sp>
        <p:nvSpPr>
          <p:cNvPr id="261" name="Shape 259"/>
          <p:cNvSpPr/>
          <p:nvPr/>
        </p:nvSpPr>
        <p:spPr>
          <a:xfrm>
            <a:off x="6217920" y="3611880"/>
            <a:ext cx="0" cy="0"/>
          </a:xfrm>
          <a:prstGeom prst="line">
            <a:avLst/>
          </a:prstGeom>
          <a:noFill/>
          <a:ln w="13970">
            <a:solidFill>
              <a:srgbClr val="256B9A"/>
            </a:solidFill>
            <a:prstDash val="solid"/>
          </a:ln>
        </p:spPr>
      </p:sp>
      <p:sp>
        <p:nvSpPr>
          <p:cNvPr id="262" name="Shape 260"/>
          <p:cNvSpPr/>
          <p:nvPr/>
        </p:nvSpPr>
        <p:spPr>
          <a:xfrm>
            <a:off x="6217920" y="3611880"/>
            <a:ext cx="0" cy="0"/>
          </a:xfrm>
          <a:prstGeom prst="line">
            <a:avLst/>
          </a:prstGeom>
          <a:noFill/>
          <a:ln w="13970">
            <a:solidFill>
              <a:srgbClr val="256B9A"/>
            </a:solidFill>
            <a:prstDash val="solid"/>
          </a:ln>
        </p:spPr>
      </p:sp>
      <p:sp>
        <p:nvSpPr>
          <p:cNvPr id="263" name="Shape 261"/>
          <p:cNvSpPr/>
          <p:nvPr/>
        </p:nvSpPr>
        <p:spPr>
          <a:xfrm>
            <a:off x="6629400" y="2816352"/>
            <a:ext cx="1920240" cy="841248"/>
          </a:xfrm>
          <a:prstGeom prst="roundRect">
            <a:avLst>
              <a:gd name="adj" fmla="val 6522"/>
            </a:avLst>
          </a:prstGeom>
          <a:solidFill>
            <a:srgbClr val="FFFFFF"/>
          </a:solidFill>
          <a:ln w="15240">
            <a:solidFill>
              <a:srgbClr val="256B9A"/>
            </a:solidFill>
            <a:prstDash val="solid"/>
          </a:ln>
        </p:spPr>
      </p:sp>
      <p:sp>
        <p:nvSpPr>
          <p:cNvPr id="264" name="Shape 262"/>
          <p:cNvSpPr/>
          <p:nvPr/>
        </p:nvSpPr>
        <p:spPr>
          <a:xfrm>
            <a:off x="6739128" y="2926080"/>
            <a:ext cx="658368" cy="310896"/>
          </a:xfrm>
          <a:prstGeom prst="rect">
            <a:avLst/>
          </a:prstGeom>
          <a:solidFill>
            <a:srgbClr val="256B9A"/>
          </a:solidFill>
          <a:ln w="12700">
            <a:solidFill>
              <a:srgbClr val="256B9A"/>
            </a:solidFill>
            <a:prstDash val="solid"/>
          </a:ln>
        </p:spPr>
      </p:sp>
      <p:sp>
        <p:nvSpPr>
          <p:cNvPr id="265" name="Text 263"/>
          <p:cNvSpPr/>
          <p:nvPr/>
        </p:nvSpPr>
        <p:spPr>
          <a:xfrm>
            <a:off x="6812280" y="2980944"/>
            <a:ext cx="512064"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예시</a:t>
            </a:r>
            <a:endParaRPr lang="en-US" sz="1050" dirty="0"/>
          </a:p>
        </p:txBody>
      </p:sp>
      <p:sp>
        <p:nvSpPr>
          <p:cNvPr id="266" name="Text 264"/>
          <p:cNvSpPr/>
          <p:nvPr/>
        </p:nvSpPr>
        <p:spPr>
          <a:xfrm>
            <a:off x="6830568" y="3346704"/>
            <a:ext cx="1517904" cy="146304"/>
          </a:xfrm>
          <a:prstGeom prst="rect">
            <a:avLst/>
          </a:prstGeom>
          <a:noFill/>
          <a:ln/>
        </p:spPr>
        <p:txBody>
          <a:bodyPr wrap="square" lIns="635" tIns="635" rIns="635" bIns="635" rtlCol="0" anchor="ctr">
            <a:normAutofit fontScale="92500" lnSpcReduction="20000"/>
          </a:bodyPr>
          <a:lstStyle/>
          <a:p>
            <a:pPr marL="0" indent="0" algn="ctr">
              <a:lnSpc>
                <a:spcPct val="90000"/>
              </a:lnSpc>
              <a:buNone/>
            </a:pPr>
            <a:r>
              <a:rPr lang="en-US" sz="1250" dirty="0">
                <a:solidFill>
                  <a:srgbClr val="0B1F33"/>
                </a:solidFill>
                <a:latin typeface="Malgun Gothic" pitchFamily="34" charset="0"/>
                <a:ea typeface="Malgun Gothic" pitchFamily="34" charset="-122"/>
                <a:cs typeface="Malgun Gothic" pitchFamily="34" charset="-120"/>
              </a:rPr>
              <a:t>테스트 생성 스킬</a:t>
            </a:r>
            <a:endParaRPr lang="en-US" sz="1250" dirty="0"/>
          </a:p>
        </p:txBody>
      </p:sp>
      <p:sp>
        <p:nvSpPr>
          <p:cNvPr id="267" name="Shape 265"/>
          <p:cNvSpPr/>
          <p:nvPr/>
        </p:nvSpPr>
        <p:spPr>
          <a:xfrm>
            <a:off x="6675120" y="2862072"/>
            <a:ext cx="256032" cy="0"/>
          </a:xfrm>
          <a:prstGeom prst="line">
            <a:avLst/>
          </a:prstGeom>
          <a:noFill/>
          <a:ln w="13970">
            <a:solidFill>
              <a:srgbClr val="256B9A"/>
            </a:solidFill>
            <a:prstDash val="solid"/>
          </a:ln>
        </p:spPr>
      </p:sp>
      <p:sp>
        <p:nvSpPr>
          <p:cNvPr id="268" name="Shape 266"/>
          <p:cNvSpPr/>
          <p:nvPr/>
        </p:nvSpPr>
        <p:spPr>
          <a:xfrm>
            <a:off x="6675120" y="2862072"/>
            <a:ext cx="0" cy="256032"/>
          </a:xfrm>
          <a:prstGeom prst="line">
            <a:avLst/>
          </a:prstGeom>
          <a:noFill/>
          <a:ln w="13970">
            <a:solidFill>
              <a:srgbClr val="256B9A"/>
            </a:solidFill>
            <a:prstDash val="solid"/>
          </a:ln>
        </p:spPr>
      </p:sp>
      <p:sp>
        <p:nvSpPr>
          <p:cNvPr id="269" name="Shape 267"/>
          <p:cNvSpPr/>
          <p:nvPr/>
        </p:nvSpPr>
        <p:spPr>
          <a:xfrm>
            <a:off x="8503920" y="2862072"/>
            <a:ext cx="0" cy="0"/>
          </a:xfrm>
          <a:prstGeom prst="line">
            <a:avLst/>
          </a:prstGeom>
          <a:noFill/>
          <a:ln w="13970">
            <a:solidFill>
              <a:srgbClr val="256B9A"/>
            </a:solidFill>
            <a:prstDash val="solid"/>
          </a:ln>
        </p:spPr>
      </p:sp>
      <p:sp>
        <p:nvSpPr>
          <p:cNvPr id="270" name="Shape 268"/>
          <p:cNvSpPr/>
          <p:nvPr/>
        </p:nvSpPr>
        <p:spPr>
          <a:xfrm>
            <a:off x="8503920" y="2862072"/>
            <a:ext cx="0" cy="256032"/>
          </a:xfrm>
          <a:prstGeom prst="line">
            <a:avLst/>
          </a:prstGeom>
          <a:noFill/>
          <a:ln w="13970">
            <a:solidFill>
              <a:srgbClr val="256B9A"/>
            </a:solidFill>
            <a:prstDash val="solid"/>
          </a:ln>
        </p:spPr>
      </p:sp>
      <p:sp>
        <p:nvSpPr>
          <p:cNvPr id="271" name="Shape 269"/>
          <p:cNvSpPr/>
          <p:nvPr/>
        </p:nvSpPr>
        <p:spPr>
          <a:xfrm>
            <a:off x="6675120" y="3611880"/>
            <a:ext cx="256032" cy="0"/>
          </a:xfrm>
          <a:prstGeom prst="line">
            <a:avLst/>
          </a:prstGeom>
          <a:noFill/>
          <a:ln w="13970">
            <a:solidFill>
              <a:srgbClr val="256B9A"/>
            </a:solidFill>
            <a:prstDash val="solid"/>
          </a:ln>
        </p:spPr>
      </p:sp>
      <p:sp>
        <p:nvSpPr>
          <p:cNvPr id="272" name="Shape 270"/>
          <p:cNvSpPr/>
          <p:nvPr/>
        </p:nvSpPr>
        <p:spPr>
          <a:xfrm>
            <a:off x="6675120" y="3611880"/>
            <a:ext cx="0" cy="0"/>
          </a:xfrm>
          <a:prstGeom prst="line">
            <a:avLst/>
          </a:prstGeom>
          <a:noFill/>
          <a:ln w="13970">
            <a:solidFill>
              <a:srgbClr val="256B9A"/>
            </a:solidFill>
            <a:prstDash val="solid"/>
          </a:ln>
        </p:spPr>
      </p:sp>
      <p:sp>
        <p:nvSpPr>
          <p:cNvPr id="273" name="Shape 271"/>
          <p:cNvSpPr/>
          <p:nvPr/>
        </p:nvSpPr>
        <p:spPr>
          <a:xfrm>
            <a:off x="8503920" y="3611880"/>
            <a:ext cx="0" cy="0"/>
          </a:xfrm>
          <a:prstGeom prst="line">
            <a:avLst/>
          </a:prstGeom>
          <a:noFill/>
          <a:ln w="13970">
            <a:solidFill>
              <a:srgbClr val="256B9A"/>
            </a:solidFill>
            <a:prstDash val="solid"/>
          </a:ln>
        </p:spPr>
      </p:sp>
      <p:sp>
        <p:nvSpPr>
          <p:cNvPr id="274" name="Shape 272"/>
          <p:cNvSpPr/>
          <p:nvPr/>
        </p:nvSpPr>
        <p:spPr>
          <a:xfrm>
            <a:off x="8503920" y="3611880"/>
            <a:ext cx="0" cy="0"/>
          </a:xfrm>
          <a:prstGeom prst="line">
            <a:avLst/>
          </a:prstGeom>
          <a:noFill/>
          <a:ln w="13970">
            <a:solidFill>
              <a:srgbClr val="256B9A"/>
            </a:solidFill>
            <a:prstDash val="solid"/>
          </a:ln>
        </p:spPr>
      </p:sp>
      <p:sp>
        <p:nvSpPr>
          <p:cNvPr id="275" name="Shape 273"/>
          <p:cNvSpPr/>
          <p:nvPr/>
        </p:nvSpPr>
        <p:spPr>
          <a:xfrm>
            <a:off x="868680" y="4617720"/>
            <a:ext cx="10012680" cy="1152144"/>
          </a:xfrm>
          <a:prstGeom prst="rect">
            <a:avLst/>
          </a:prstGeom>
          <a:solidFill>
            <a:srgbClr val="FFFFFF">
              <a:alpha val="95000"/>
            </a:srgbClr>
          </a:solidFill>
          <a:ln w="13970">
            <a:solidFill>
              <a:srgbClr val="153A5B"/>
            </a:solidFill>
            <a:prstDash val="solid"/>
          </a:ln>
        </p:spPr>
      </p:sp>
      <p:sp>
        <p:nvSpPr>
          <p:cNvPr id="276" name="Shape 274"/>
          <p:cNvSpPr/>
          <p:nvPr/>
        </p:nvSpPr>
        <p:spPr>
          <a:xfrm>
            <a:off x="868680" y="4617720"/>
            <a:ext cx="1234440" cy="384048"/>
          </a:xfrm>
          <a:prstGeom prst="rect">
            <a:avLst/>
          </a:prstGeom>
          <a:solidFill>
            <a:srgbClr val="153A5B"/>
          </a:solidFill>
          <a:ln w="6350">
            <a:solidFill>
              <a:srgbClr val="FFFFFF"/>
            </a:solidFill>
            <a:prstDash val="solid"/>
          </a:ln>
        </p:spPr>
      </p:sp>
      <p:sp>
        <p:nvSpPr>
          <p:cNvPr id="277" name="Text 275"/>
          <p:cNvSpPr/>
          <p:nvPr/>
        </p:nvSpPr>
        <p:spPr>
          <a:xfrm>
            <a:off x="941832" y="4754880"/>
            <a:ext cx="1088136" cy="201168"/>
          </a:xfrm>
          <a:prstGeom prst="rect">
            <a:avLst/>
          </a:prstGeom>
          <a:noFill/>
          <a:ln/>
        </p:spPr>
        <p:txBody>
          <a:bodyPr wrap="square" lIns="635" tIns="635" rIns="635" bIns="635" rtlCol="0" anchor="ctr">
            <a:normAutofit/>
          </a:bodyPr>
          <a:lstStyle/>
          <a:p>
            <a:pPr marL="0" indent="0" algn="ctr">
              <a:lnSpc>
                <a:spcPct val="90000"/>
              </a:lnSpc>
              <a:buNone/>
            </a:pPr>
            <a:r>
              <a:rPr lang="en-US" sz="1120" b="1" dirty="0">
                <a:solidFill>
                  <a:srgbClr val="FFFFFF"/>
                </a:solidFill>
                <a:latin typeface="Malgun Gothic" pitchFamily="34" charset="0"/>
                <a:ea typeface="Malgun Gothic" pitchFamily="34" charset="-122"/>
                <a:cs typeface="Malgun Gothic" pitchFamily="34" charset="-120"/>
              </a:rPr>
              <a:t>구분</a:t>
            </a:r>
            <a:endParaRPr lang="en-US" sz="1120" dirty="0"/>
          </a:p>
        </p:txBody>
      </p:sp>
      <p:sp>
        <p:nvSpPr>
          <p:cNvPr id="278" name="Shape 276"/>
          <p:cNvSpPr/>
          <p:nvPr/>
        </p:nvSpPr>
        <p:spPr>
          <a:xfrm>
            <a:off x="2103120" y="4617720"/>
            <a:ext cx="2926080" cy="384048"/>
          </a:xfrm>
          <a:prstGeom prst="rect">
            <a:avLst/>
          </a:prstGeom>
          <a:solidFill>
            <a:srgbClr val="EA6A1A">
              <a:alpha val="96000"/>
            </a:srgbClr>
          </a:solidFill>
          <a:ln w="6350">
            <a:solidFill>
              <a:srgbClr val="FFFFFF"/>
            </a:solidFill>
            <a:prstDash val="solid"/>
          </a:ln>
        </p:spPr>
      </p:sp>
      <p:sp>
        <p:nvSpPr>
          <p:cNvPr id="279" name="Text 277"/>
          <p:cNvSpPr/>
          <p:nvPr/>
        </p:nvSpPr>
        <p:spPr>
          <a:xfrm>
            <a:off x="2176272" y="4754880"/>
            <a:ext cx="2779776" cy="201168"/>
          </a:xfrm>
          <a:prstGeom prst="rect">
            <a:avLst/>
          </a:prstGeom>
          <a:noFill/>
          <a:ln/>
        </p:spPr>
        <p:txBody>
          <a:bodyPr wrap="square" lIns="635" tIns="635" rIns="635" bIns="635" rtlCol="0" anchor="ctr">
            <a:normAutofit/>
          </a:bodyPr>
          <a:lstStyle/>
          <a:p>
            <a:pPr marL="0" indent="0" algn="ctr">
              <a:lnSpc>
                <a:spcPct val="90000"/>
              </a:lnSpc>
              <a:buNone/>
            </a:pPr>
            <a:r>
              <a:rPr lang="en-US" sz="1120" b="1" dirty="0">
                <a:solidFill>
                  <a:srgbClr val="FFFFFF"/>
                </a:solidFill>
                <a:latin typeface="Malgun Gothic" pitchFamily="34" charset="0"/>
                <a:ea typeface="Malgun Gothic" pitchFamily="34" charset="-122"/>
                <a:cs typeface="Malgun Gothic" pitchFamily="34" charset="-120"/>
              </a:rPr>
              <a:t>API</a:t>
            </a:r>
            <a:endParaRPr lang="en-US" sz="1120" dirty="0"/>
          </a:p>
        </p:txBody>
      </p:sp>
      <p:sp>
        <p:nvSpPr>
          <p:cNvPr id="280" name="Shape 278"/>
          <p:cNvSpPr/>
          <p:nvPr/>
        </p:nvSpPr>
        <p:spPr>
          <a:xfrm>
            <a:off x="5029200" y="4617720"/>
            <a:ext cx="2926080" cy="384048"/>
          </a:xfrm>
          <a:prstGeom prst="rect">
            <a:avLst/>
          </a:prstGeom>
          <a:solidFill>
            <a:srgbClr val="EA6A1A">
              <a:alpha val="96000"/>
            </a:srgbClr>
          </a:solidFill>
          <a:ln w="6350">
            <a:solidFill>
              <a:srgbClr val="FFFFFF"/>
            </a:solidFill>
            <a:prstDash val="solid"/>
          </a:ln>
        </p:spPr>
      </p:sp>
      <p:sp>
        <p:nvSpPr>
          <p:cNvPr id="281" name="Text 279"/>
          <p:cNvSpPr/>
          <p:nvPr/>
        </p:nvSpPr>
        <p:spPr>
          <a:xfrm>
            <a:off x="5102352" y="4754880"/>
            <a:ext cx="2779776" cy="201168"/>
          </a:xfrm>
          <a:prstGeom prst="rect">
            <a:avLst/>
          </a:prstGeom>
          <a:noFill/>
          <a:ln/>
        </p:spPr>
        <p:txBody>
          <a:bodyPr wrap="square" lIns="635" tIns="635" rIns="635" bIns="635" rtlCol="0" anchor="ctr">
            <a:normAutofit/>
          </a:bodyPr>
          <a:lstStyle/>
          <a:p>
            <a:pPr marL="0" indent="0" algn="ctr">
              <a:lnSpc>
                <a:spcPct val="90000"/>
              </a:lnSpc>
              <a:buNone/>
            </a:pPr>
            <a:r>
              <a:rPr lang="en-US" sz="1120" b="1" dirty="0">
                <a:solidFill>
                  <a:srgbClr val="FFFFFF"/>
                </a:solidFill>
                <a:latin typeface="Malgun Gothic" pitchFamily="34" charset="0"/>
                <a:ea typeface="Malgun Gothic" pitchFamily="34" charset="-122"/>
                <a:cs typeface="Malgun Gothic" pitchFamily="34" charset="-120"/>
              </a:rPr>
              <a:t>MCP</a:t>
            </a:r>
            <a:endParaRPr lang="en-US" sz="1120" dirty="0"/>
          </a:p>
        </p:txBody>
      </p:sp>
      <p:sp>
        <p:nvSpPr>
          <p:cNvPr id="282" name="Shape 280"/>
          <p:cNvSpPr/>
          <p:nvPr/>
        </p:nvSpPr>
        <p:spPr>
          <a:xfrm>
            <a:off x="7955280" y="4617720"/>
            <a:ext cx="2926080" cy="384048"/>
          </a:xfrm>
          <a:prstGeom prst="rect">
            <a:avLst/>
          </a:prstGeom>
          <a:solidFill>
            <a:srgbClr val="EA6A1A">
              <a:alpha val="96000"/>
            </a:srgbClr>
          </a:solidFill>
          <a:ln w="6350">
            <a:solidFill>
              <a:srgbClr val="FFFFFF"/>
            </a:solidFill>
            <a:prstDash val="solid"/>
          </a:ln>
        </p:spPr>
      </p:sp>
      <p:sp>
        <p:nvSpPr>
          <p:cNvPr id="283" name="Text 281"/>
          <p:cNvSpPr/>
          <p:nvPr/>
        </p:nvSpPr>
        <p:spPr>
          <a:xfrm>
            <a:off x="8028432" y="4754880"/>
            <a:ext cx="2779776" cy="201168"/>
          </a:xfrm>
          <a:prstGeom prst="rect">
            <a:avLst/>
          </a:prstGeom>
          <a:noFill/>
          <a:ln/>
        </p:spPr>
        <p:txBody>
          <a:bodyPr wrap="square" lIns="635" tIns="635" rIns="635" bIns="635" rtlCol="0" anchor="ctr">
            <a:normAutofit/>
          </a:bodyPr>
          <a:lstStyle/>
          <a:p>
            <a:pPr marL="0" indent="0" algn="ctr">
              <a:lnSpc>
                <a:spcPct val="90000"/>
              </a:lnSpc>
              <a:buNone/>
            </a:pPr>
            <a:r>
              <a:rPr lang="en-US" sz="1120" b="1" dirty="0">
                <a:solidFill>
                  <a:srgbClr val="FFFFFF"/>
                </a:solidFill>
                <a:latin typeface="Malgun Gothic" pitchFamily="34" charset="0"/>
                <a:ea typeface="Malgun Gothic" pitchFamily="34" charset="-122"/>
                <a:cs typeface="Malgun Gothic" pitchFamily="34" charset="-120"/>
              </a:rPr>
              <a:t>Skill</a:t>
            </a:r>
            <a:endParaRPr lang="en-US" sz="1120" dirty="0"/>
          </a:p>
        </p:txBody>
      </p:sp>
      <p:sp>
        <p:nvSpPr>
          <p:cNvPr id="284" name="Shape 282"/>
          <p:cNvSpPr/>
          <p:nvPr/>
        </p:nvSpPr>
        <p:spPr>
          <a:xfrm>
            <a:off x="868680" y="5001768"/>
            <a:ext cx="1234440" cy="384048"/>
          </a:xfrm>
          <a:prstGeom prst="rect">
            <a:avLst/>
          </a:prstGeom>
          <a:solidFill>
            <a:srgbClr val="FFFFFF">
              <a:alpha val="98000"/>
            </a:srgbClr>
          </a:solidFill>
          <a:ln w="7620">
            <a:solidFill>
              <a:srgbClr val="C9D8E4"/>
            </a:solidFill>
            <a:prstDash val="solid"/>
          </a:ln>
        </p:spPr>
      </p:sp>
      <p:sp>
        <p:nvSpPr>
          <p:cNvPr id="285" name="Text 283"/>
          <p:cNvSpPr/>
          <p:nvPr/>
        </p:nvSpPr>
        <p:spPr>
          <a:xfrm>
            <a:off x="960120" y="5093208"/>
            <a:ext cx="1051560" cy="219456"/>
          </a:xfrm>
          <a:prstGeom prst="rect">
            <a:avLst/>
          </a:prstGeom>
          <a:noFill/>
          <a:ln/>
        </p:spPr>
        <p:txBody>
          <a:bodyPr wrap="square" lIns="635" tIns="635" rIns="635" bIns="635" rtlCol="0" anchor="ctr">
            <a:normAutofit/>
          </a:bodyPr>
          <a:lstStyle/>
          <a:p>
            <a:pPr marL="0" indent="0" algn="ctr">
              <a:lnSpc>
                <a:spcPct val="90000"/>
              </a:lnSpc>
              <a:buNone/>
            </a:pPr>
            <a:r>
              <a:rPr lang="en-US" sz="1120" b="1" dirty="0">
                <a:solidFill>
                  <a:srgbClr val="2A3844"/>
                </a:solidFill>
                <a:latin typeface="Malgun Gothic" pitchFamily="34" charset="0"/>
                <a:ea typeface="Malgun Gothic" pitchFamily="34" charset="-122"/>
                <a:cs typeface="Malgun Gothic" pitchFamily="34" charset="-120"/>
              </a:rPr>
              <a:t>한 줄 정의</a:t>
            </a:r>
            <a:endParaRPr lang="en-US" sz="1120" dirty="0"/>
          </a:p>
        </p:txBody>
      </p:sp>
      <p:sp>
        <p:nvSpPr>
          <p:cNvPr id="286" name="Shape 284"/>
          <p:cNvSpPr/>
          <p:nvPr/>
        </p:nvSpPr>
        <p:spPr>
          <a:xfrm>
            <a:off x="2103120" y="5001768"/>
            <a:ext cx="2926080" cy="384048"/>
          </a:xfrm>
          <a:prstGeom prst="rect">
            <a:avLst/>
          </a:prstGeom>
          <a:solidFill>
            <a:srgbClr val="FFFFFF">
              <a:alpha val="98000"/>
            </a:srgbClr>
          </a:solidFill>
          <a:ln w="7620">
            <a:solidFill>
              <a:srgbClr val="C9D8E4"/>
            </a:solidFill>
            <a:prstDash val="solid"/>
          </a:ln>
        </p:spPr>
      </p:sp>
      <p:sp>
        <p:nvSpPr>
          <p:cNvPr id="287" name="Text 285"/>
          <p:cNvSpPr/>
          <p:nvPr/>
        </p:nvSpPr>
        <p:spPr>
          <a:xfrm>
            <a:off x="2194560" y="5093208"/>
            <a:ext cx="2743200" cy="219456"/>
          </a:xfrm>
          <a:prstGeom prst="rect">
            <a:avLst/>
          </a:prstGeom>
          <a:noFill/>
          <a:ln/>
        </p:spPr>
        <p:txBody>
          <a:bodyPr wrap="square" lIns="635" tIns="635" rIns="635" bIns="635" rtlCol="0" anchor="ctr">
            <a:normAutofit/>
          </a:bodyPr>
          <a:lstStyle/>
          <a:p>
            <a:pPr marL="0" indent="0" algn="l">
              <a:lnSpc>
                <a:spcPct val="90000"/>
              </a:lnSpc>
              <a:buNone/>
            </a:pPr>
            <a:r>
              <a:rPr lang="en-US" sz="1120" dirty="0">
                <a:solidFill>
                  <a:srgbClr val="0B1F33"/>
                </a:solidFill>
                <a:latin typeface="Malgun Gothic" pitchFamily="34" charset="0"/>
                <a:ea typeface="Malgun Gothic" pitchFamily="34" charset="-122"/>
                <a:cs typeface="Malgun Gothic" pitchFamily="34" charset="-120"/>
              </a:rPr>
              <a:t>외부 서비스 창구</a:t>
            </a:r>
            <a:endParaRPr lang="en-US" sz="1120" dirty="0"/>
          </a:p>
        </p:txBody>
      </p:sp>
      <p:sp>
        <p:nvSpPr>
          <p:cNvPr id="288" name="Shape 286"/>
          <p:cNvSpPr/>
          <p:nvPr/>
        </p:nvSpPr>
        <p:spPr>
          <a:xfrm>
            <a:off x="5029200" y="5001768"/>
            <a:ext cx="2926080" cy="384048"/>
          </a:xfrm>
          <a:prstGeom prst="rect">
            <a:avLst/>
          </a:prstGeom>
          <a:solidFill>
            <a:srgbClr val="FFFFFF">
              <a:alpha val="98000"/>
            </a:srgbClr>
          </a:solidFill>
          <a:ln w="7620">
            <a:solidFill>
              <a:srgbClr val="C9D8E4"/>
            </a:solidFill>
            <a:prstDash val="solid"/>
          </a:ln>
        </p:spPr>
      </p:sp>
      <p:sp>
        <p:nvSpPr>
          <p:cNvPr id="289" name="Text 287"/>
          <p:cNvSpPr/>
          <p:nvPr/>
        </p:nvSpPr>
        <p:spPr>
          <a:xfrm>
            <a:off x="5120640" y="5093208"/>
            <a:ext cx="2743200" cy="219456"/>
          </a:xfrm>
          <a:prstGeom prst="rect">
            <a:avLst/>
          </a:prstGeom>
          <a:noFill/>
          <a:ln/>
        </p:spPr>
        <p:txBody>
          <a:bodyPr wrap="square" lIns="635" tIns="635" rIns="635" bIns="635" rtlCol="0" anchor="ctr">
            <a:normAutofit/>
          </a:bodyPr>
          <a:lstStyle/>
          <a:p>
            <a:pPr marL="0" indent="0" algn="l">
              <a:lnSpc>
                <a:spcPct val="90000"/>
              </a:lnSpc>
              <a:buNone/>
            </a:pPr>
            <a:r>
              <a:rPr lang="en-US" sz="1120" dirty="0">
                <a:solidFill>
                  <a:srgbClr val="0B1F33"/>
                </a:solidFill>
                <a:latin typeface="Malgun Gothic" pitchFamily="34" charset="0"/>
                <a:ea typeface="Malgun Gothic" pitchFamily="34" charset="-122"/>
                <a:cs typeface="Malgun Gothic" pitchFamily="34" charset="-120"/>
              </a:rPr>
              <a:t>AI 도구 연결</a:t>
            </a:r>
            <a:endParaRPr lang="en-US" sz="1120" dirty="0"/>
          </a:p>
        </p:txBody>
      </p:sp>
      <p:sp>
        <p:nvSpPr>
          <p:cNvPr id="290" name="Shape 288"/>
          <p:cNvSpPr/>
          <p:nvPr/>
        </p:nvSpPr>
        <p:spPr>
          <a:xfrm>
            <a:off x="7955280" y="5001768"/>
            <a:ext cx="2926080" cy="384048"/>
          </a:xfrm>
          <a:prstGeom prst="rect">
            <a:avLst/>
          </a:prstGeom>
          <a:solidFill>
            <a:srgbClr val="FFFFFF">
              <a:alpha val="98000"/>
            </a:srgbClr>
          </a:solidFill>
          <a:ln w="7620">
            <a:solidFill>
              <a:srgbClr val="C9D8E4"/>
            </a:solidFill>
            <a:prstDash val="solid"/>
          </a:ln>
        </p:spPr>
      </p:sp>
      <p:sp>
        <p:nvSpPr>
          <p:cNvPr id="291" name="Text 289"/>
          <p:cNvSpPr/>
          <p:nvPr/>
        </p:nvSpPr>
        <p:spPr>
          <a:xfrm>
            <a:off x="8046720" y="5093208"/>
            <a:ext cx="2743200" cy="219456"/>
          </a:xfrm>
          <a:prstGeom prst="rect">
            <a:avLst/>
          </a:prstGeom>
          <a:noFill/>
          <a:ln/>
        </p:spPr>
        <p:txBody>
          <a:bodyPr wrap="square" lIns="635" tIns="635" rIns="635" bIns="635" rtlCol="0" anchor="ctr">
            <a:normAutofit/>
          </a:bodyPr>
          <a:lstStyle/>
          <a:p>
            <a:pPr marL="0" indent="0" algn="l">
              <a:lnSpc>
                <a:spcPct val="90000"/>
              </a:lnSpc>
              <a:buNone/>
            </a:pPr>
            <a:r>
              <a:rPr lang="en-US" sz="1120" dirty="0">
                <a:solidFill>
                  <a:srgbClr val="0B1F33"/>
                </a:solidFill>
                <a:latin typeface="Malgun Gothic" pitchFamily="34" charset="0"/>
                <a:ea typeface="Malgun Gothic" pitchFamily="34" charset="-122"/>
                <a:cs typeface="Malgun Gothic" pitchFamily="34" charset="-120"/>
              </a:rPr>
              <a:t>AI 작업 매뉴얼</a:t>
            </a:r>
            <a:endParaRPr lang="en-US" sz="1120" dirty="0"/>
          </a:p>
        </p:txBody>
      </p:sp>
      <p:sp>
        <p:nvSpPr>
          <p:cNvPr id="292" name="Shape 290"/>
          <p:cNvSpPr/>
          <p:nvPr/>
        </p:nvSpPr>
        <p:spPr>
          <a:xfrm>
            <a:off x="868680" y="5385816"/>
            <a:ext cx="1234440" cy="384048"/>
          </a:xfrm>
          <a:prstGeom prst="rect">
            <a:avLst/>
          </a:prstGeom>
          <a:solidFill>
            <a:srgbClr val="EFF7FC">
              <a:alpha val="98000"/>
            </a:srgbClr>
          </a:solidFill>
          <a:ln w="7620">
            <a:solidFill>
              <a:srgbClr val="C9D8E4"/>
            </a:solidFill>
            <a:prstDash val="solid"/>
          </a:ln>
        </p:spPr>
      </p:sp>
      <p:sp>
        <p:nvSpPr>
          <p:cNvPr id="293" name="Text 291"/>
          <p:cNvSpPr/>
          <p:nvPr/>
        </p:nvSpPr>
        <p:spPr>
          <a:xfrm>
            <a:off x="960120" y="5477256"/>
            <a:ext cx="1051560" cy="219456"/>
          </a:xfrm>
          <a:prstGeom prst="rect">
            <a:avLst/>
          </a:prstGeom>
          <a:noFill/>
          <a:ln/>
        </p:spPr>
        <p:txBody>
          <a:bodyPr wrap="square" lIns="635" tIns="635" rIns="635" bIns="635" rtlCol="0" anchor="ctr">
            <a:normAutofit/>
          </a:bodyPr>
          <a:lstStyle/>
          <a:p>
            <a:pPr marL="0" indent="0" algn="ctr">
              <a:lnSpc>
                <a:spcPct val="90000"/>
              </a:lnSpc>
              <a:buNone/>
            </a:pPr>
            <a:r>
              <a:rPr lang="en-US" sz="1120" b="1" dirty="0">
                <a:solidFill>
                  <a:srgbClr val="2A3844"/>
                </a:solidFill>
                <a:latin typeface="Malgun Gothic" pitchFamily="34" charset="0"/>
                <a:ea typeface="Malgun Gothic" pitchFamily="34" charset="-122"/>
                <a:cs typeface="Malgun Gothic" pitchFamily="34" charset="-120"/>
              </a:rPr>
              <a:t>학교 비유</a:t>
            </a:r>
            <a:endParaRPr lang="en-US" sz="1120" dirty="0"/>
          </a:p>
        </p:txBody>
      </p:sp>
      <p:sp>
        <p:nvSpPr>
          <p:cNvPr id="294" name="Shape 292"/>
          <p:cNvSpPr/>
          <p:nvPr/>
        </p:nvSpPr>
        <p:spPr>
          <a:xfrm>
            <a:off x="2103120" y="5385816"/>
            <a:ext cx="2926080" cy="384048"/>
          </a:xfrm>
          <a:prstGeom prst="rect">
            <a:avLst/>
          </a:prstGeom>
          <a:solidFill>
            <a:srgbClr val="EFF7FC">
              <a:alpha val="98000"/>
            </a:srgbClr>
          </a:solidFill>
          <a:ln w="7620">
            <a:solidFill>
              <a:srgbClr val="C9D8E4"/>
            </a:solidFill>
            <a:prstDash val="solid"/>
          </a:ln>
        </p:spPr>
      </p:sp>
      <p:sp>
        <p:nvSpPr>
          <p:cNvPr id="295" name="Text 293"/>
          <p:cNvSpPr/>
          <p:nvPr/>
        </p:nvSpPr>
        <p:spPr>
          <a:xfrm>
            <a:off x="2194560" y="5477256"/>
            <a:ext cx="2743200" cy="219456"/>
          </a:xfrm>
          <a:prstGeom prst="rect">
            <a:avLst/>
          </a:prstGeom>
          <a:noFill/>
          <a:ln/>
        </p:spPr>
        <p:txBody>
          <a:bodyPr wrap="square" lIns="635" tIns="635" rIns="635" bIns="635" rtlCol="0" anchor="ctr">
            <a:normAutofit/>
          </a:bodyPr>
          <a:lstStyle/>
          <a:p>
            <a:pPr marL="0" indent="0" algn="l">
              <a:lnSpc>
                <a:spcPct val="90000"/>
              </a:lnSpc>
              <a:buNone/>
            </a:pPr>
            <a:r>
              <a:rPr lang="en-US" sz="1120" dirty="0">
                <a:solidFill>
                  <a:srgbClr val="0B1F33"/>
                </a:solidFill>
                <a:latin typeface="Malgun Gothic" pitchFamily="34" charset="0"/>
                <a:ea typeface="Malgun Gothic" pitchFamily="34" charset="-122"/>
                <a:cs typeface="Malgun Gothic" pitchFamily="34" charset="-120"/>
              </a:rPr>
              <a:t>정해진 서식</a:t>
            </a:r>
            <a:endParaRPr lang="en-US" sz="1120" dirty="0"/>
          </a:p>
        </p:txBody>
      </p:sp>
      <p:sp>
        <p:nvSpPr>
          <p:cNvPr id="296" name="Shape 294"/>
          <p:cNvSpPr/>
          <p:nvPr/>
        </p:nvSpPr>
        <p:spPr>
          <a:xfrm>
            <a:off x="5029200" y="5385816"/>
            <a:ext cx="2926080" cy="384048"/>
          </a:xfrm>
          <a:prstGeom prst="rect">
            <a:avLst/>
          </a:prstGeom>
          <a:solidFill>
            <a:srgbClr val="EFF7FC">
              <a:alpha val="98000"/>
            </a:srgbClr>
          </a:solidFill>
          <a:ln w="7620">
            <a:solidFill>
              <a:srgbClr val="C9D8E4"/>
            </a:solidFill>
            <a:prstDash val="solid"/>
          </a:ln>
        </p:spPr>
      </p:sp>
      <p:sp>
        <p:nvSpPr>
          <p:cNvPr id="297" name="Text 295"/>
          <p:cNvSpPr/>
          <p:nvPr/>
        </p:nvSpPr>
        <p:spPr>
          <a:xfrm>
            <a:off x="5120640" y="5477256"/>
            <a:ext cx="2743200" cy="219456"/>
          </a:xfrm>
          <a:prstGeom prst="rect">
            <a:avLst/>
          </a:prstGeom>
          <a:noFill/>
          <a:ln/>
        </p:spPr>
        <p:txBody>
          <a:bodyPr wrap="square" lIns="635" tIns="635" rIns="635" bIns="635" rtlCol="0" anchor="ctr">
            <a:normAutofit/>
          </a:bodyPr>
          <a:lstStyle/>
          <a:p>
            <a:pPr marL="0" indent="0" algn="l">
              <a:lnSpc>
                <a:spcPct val="90000"/>
              </a:lnSpc>
              <a:buNone/>
            </a:pPr>
            <a:r>
              <a:rPr lang="en-US" sz="1120" dirty="0">
                <a:solidFill>
                  <a:srgbClr val="0B1F33"/>
                </a:solidFill>
                <a:latin typeface="Malgun Gothic" pitchFamily="34" charset="0"/>
                <a:ea typeface="Malgun Gothic" pitchFamily="34" charset="-122"/>
                <a:cs typeface="Malgun Gothic" pitchFamily="34" charset="-120"/>
              </a:rPr>
              <a:t>통합 멀티탭</a:t>
            </a:r>
            <a:endParaRPr lang="en-US" sz="1120" dirty="0"/>
          </a:p>
        </p:txBody>
      </p:sp>
      <p:sp>
        <p:nvSpPr>
          <p:cNvPr id="298" name="Shape 296"/>
          <p:cNvSpPr/>
          <p:nvPr/>
        </p:nvSpPr>
        <p:spPr>
          <a:xfrm>
            <a:off x="7955280" y="5385816"/>
            <a:ext cx="2926080" cy="384048"/>
          </a:xfrm>
          <a:prstGeom prst="rect">
            <a:avLst/>
          </a:prstGeom>
          <a:solidFill>
            <a:srgbClr val="EFF7FC">
              <a:alpha val="98000"/>
            </a:srgbClr>
          </a:solidFill>
          <a:ln w="7620">
            <a:solidFill>
              <a:srgbClr val="C9D8E4"/>
            </a:solidFill>
            <a:prstDash val="solid"/>
          </a:ln>
        </p:spPr>
      </p:sp>
      <p:sp>
        <p:nvSpPr>
          <p:cNvPr id="299" name="Text 297"/>
          <p:cNvSpPr/>
          <p:nvPr/>
        </p:nvSpPr>
        <p:spPr>
          <a:xfrm>
            <a:off x="8046720" y="5477256"/>
            <a:ext cx="2743200" cy="219456"/>
          </a:xfrm>
          <a:prstGeom prst="rect">
            <a:avLst/>
          </a:prstGeom>
          <a:noFill/>
          <a:ln/>
        </p:spPr>
        <p:txBody>
          <a:bodyPr wrap="square" lIns="635" tIns="635" rIns="635" bIns="635" rtlCol="0" anchor="ctr">
            <a:normAutofit/>
          </a:bodyPr>
          <a:lstStyle/>
          <a:p>
            <a:pPr marL="0" indent="0" algn="l">
              <a:lnSpc>
                <a:spcPct val="90000"/>
              </a:lnSpc>
              <a:buNone/>
            </a:pPr>
            <a:r>
              <a:rPr lang="en-US" sz="1120" dirty="0">
                <a:solidFill>
                  <a:srgbClr val="0B1F33"/>
                </a:solidFill>
                <a:latin typeface="Malgun Gothic" pitchFamily="34" charset="0"/>
                <a:ea typeface="Malgun Gothic" pitchFamily="34" charset="-122"/>
                <a:cs typeface="Malgun Gothic" pitchFamily="34" charset="-120"/>
              </a:rPr>
              <a:t>업무 처리 절차서</a:t>
            </a:r>
            <a:endParaRPr lang="en-US" sz="11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Prompt vs Harness</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08</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바이브 코딩은 무작정 던지기가 아니라 구조적 통제망을 씌우는 방식이다.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통제망</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프롬프트와 하네스 엔지니어링</a:t>
            </a:r>
            <a:endParaRPr lang="en-US" sz="2900" dirty="0"/>
          </a:p>
        </p:txBody>
      </p:sp>
      <p:sp>
        <p:nvSpPr>
          <p:cNvPr id="215" name="Shape 213"/>
          <p:cNvSpPr/>
          <p:nvPr/>
        </p:nvSpPr>
        <p:spPr>
          <a:xfrm>
            <a:off x="822960" y="1828800"/>
            <a:ext cx="4434840" cy="2606040"/>
          </a:xfrm>
          <a:prstGeom prst="roundRect">
            <a:avLst>
              <a:gd name="adj" fmla="val 2105"/>
            </a:avLst>
          </a:prstGeom>
          <a:solidFill>
            <a:srgbClr val="FFF4F2"/>
          </a:solidFill>
          <a:ln w="15240">
            <a:solidFill>
              <a:srgbClr val="B42318"/>
            </a:solidFill>
            <a:prstDash val="solid"/>
          </a:ln>
        </p:spPr>
      </p:sp>
      <p:sp>
        <p:nvSpPr>
          <p:cNvPr id="216" name="Shape 214"/>
          <p:cNvSpPr/>
          <p:nvPr/>
        </p:nvSpPr>
        <p:spPr>
          <a:xfrm>
            <a:off x="932688" y="1938528"/>
            <a:ext cx="1371600" cy="310896"/>
          </a:xfrm>
          <a:prstGeom prst="rect">
            <a:avLst/>
          </a:prstGeom>
          <a:solidFill>
            <a:srgbClr val="B42318"/>
          </a:solidFill>
          <a:ln w="12700">
            <a:solidFill>
              <a:srgbClr val="B42318"/>
            </a:solidFill>
            <a:prstDash val="solid"/>
          </a:ln>
        </p:spPr>
      </p:sp>
      <p:sp>
        <p:nvSpPr>
          <p:cNvPr id="217" name="Text 215"/>
          <p:cNvSpPr/>
          <p:nvPr/>
        </p:nvSpPr>
        <p:spPr>
          <a:xfrm>
            <a:off x="1005840" y="1993392"/>
            <a:ext cx="122529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나쁜 프롬프트</a:t>
            </a:r>
            <a:endParaRPr lang="en-US" sz="1050" dirty="0"/>
          </a:p>
        </p:txBody>
      </p:sp>
      <p:sp>
        <p:nvSpPr>
          <p:cNvPr id="218" name="Text 216"/>
          <p:cNvSpPr/>
          <p:nvPr/>
        </p:nvSpPr>
        <p:spPr>
          <a:xfrm>
            <a:off x="1024128" y="2359152"/>
            <a:ext cx="4032504" cy="1911096"/>
          </a:xfrm>
          <a:prstGeom prst="rect">
            <a:avLst/>
          </a:prstGeom>
          <a:noFill/>
          <a:ln/>
        </p:spPr>
        <p:txBody>
          <a:bodyPr wrap="square" lIns="635" tIns="635" rIns="635" bIns="635" rtlCol="0" anchor="ctr">
            <a:normAutofit/>
          </a:bodyPr>
          <a:lstStyle/>
          <a:p>
            <a:pPr marL="0" indent="0" algn="l">
              <a:lnSpc>
                <a:spcPct val="90000"/>
              </a:lnSpc>
              <a:buNone/>
            </a:pPr>
            <a:r>
              <a:rPr lang="en-US" sz="1550" dirty="0">
                <a:solidFill>
                  <a:srgbClr val="0B1F33"/>
                </a:solidFill>
                <a:latin typeface="Malgun Gothic" pitchFamily="34" charset="0"/>
                <a:ea typeface="Malgun Gothic" pitchFamily="34" charset="-122"/>
                <a:cs typeface="Malgun Gothic" pitchFamily="34" charset="-120"/>
              </a:rPr>
              <a:t>“시간 관리 앱 만들어줘.”</a:t>
            </a:r>
            <a:endParaRPr lang="en-US" sz="1550" dirty="0"/>
          </a:p>
          <a:p>
            <a:pPr marL="0" indent="0" algn="l">
              <a:lnSpc>
                <a:spcPct val="90000"/>
              </a:lnSpc>
              <a:buNone/>
            </a:pPr>
            <a:endParaRPr lang="en-US" sz="1550" dirty="0"/>
          </a:p>
          <a:p>
            <a:pPr marL="0" indent="0" algn="l">
              <a:lnSpc>
                <a:spcPct val="90000"/>
              </a:lnSpc>
              <a:buNone/>
            </a:pPr>
            <a:r>
              <a:rPr lang="en-US" sz="1550" dirty="0">
                <a:solidFill>
                  <a:srgbClr val="0B1F33"/>
                </a:solidFill>
                <a:latin typeface="Malgun Gothic" pitchFamily="34" charset="0"/>
                <a:ea typeface="Malgun Gothic" pitchFamily="34" charset="-122"/>
                <a:cs typeface="Malgun Gothic" pitchFamily="34" charset="-120"/>
              </a:rPr>
              <a:t>- 목적 불분명</a:t>
            </a:r>
            <a:endParaRPr lang="en-US" sz="1550" dirty="0"/>
          </a:p>
          <a:p>
            <a:pPr marL="0" indent="0" algn="l">
              <a:lnSpc>
                <a:spcPct val="90000"/>
              </a:lnSpc>
              <a:buNone/>
            </a:pPr>
            <a:r>
              <a:rPr lang="en-US" sz="1550" dirty="0">
                <a:solidFill>
                  <a:srgbClr val="0B1F33"/>
                </a:solidFill>
                <a:latin typeface="Malgun Gothic" pitchFamily="34" charset="0"/>
                <a:ea typeface="Malgun Gothic" pitchFamily="34" charset="-122"/>
                <a:cs typeface="Malgun Gothic" pitchFamily="34" charset="-120"/>
              </a:rPr>
              <a:t>- 사용자와 기능 불분명</a:t>
            </a:r>
            <a:endParaRPr lang="en-US" sz="1550" dirty="0"/>
          </a:p>
          <a:p>
            <a:pPr marL="0" indent="0" algn="l">
              <a:lnSpc>
                <a:spcPct val="90000"/>
              </a:lnSpc>
              <a:buNone/>
            </a:pPr>
            <a:r>
              <a:rPr lang="en-US" sz="1550" dirty="0">
                <a:solidFill>
                  <a:srgbClr val="0B1F33"/>
                </a:solidFill>
                <a:latin typeface="Malgun Gothic" pitchFamily="34" charset="0"/>
                <a:ea typeface="Malgun Gothic" pitchFamily="34" charset="-122"/>
                <a:cs typeface="Malgun Gothic" pitchFamily="34" charset="-120"/>
              </a:rPr>
              <a:t>- 검수 기준 없음</a:t>
            </a:r>
            <a:endParaRPr lang="en-US" sz="1550" dirty="0"/>
          </a:p>
          <a:p>
            <a:pPr marL="0" indent="0" algn="l">
              <a:lnSpc>
                <a:spcPct val="90000"/>
              </a:lnSpc>
              <a:buNone/>
            </a:pPr>
            <a:r>
              <a:rPr lang="en-US" sz="1550" dirty="0">
                <a:solidFill>
                  <a:srgbClr val="0B1F33"/>
                </a:solidFill>
                <a:latin typeface="Malgun Gothic" pitchFamily="34" charset="0"/>
                <a:ea typeface="Malgun Gothic" pitchFamily="34" charset="-122"/>
                <a:cs typeface="Malgun Gothic" pitchFamily="34" charset="-120"/>
              </a:rPr>
              <a:t>- 보안 기준 없음</a:t>
            </a:r>
            <a:endParaRPr lang="en-US" sz="1550" dirty="0"/>
          </a:p>
        </p:txBody>
      </p:sp>
      <p:sp>
        <p:nvSpPr>
          <p:cNvPr id="219" name="Shape 217"/>
          <p:cNvSpPr/>
          <p:nvPr/>
        </p:nvSpPr>
        <p:spPr>
          <a:xfrm>
            <a:off x="868680" y="1874520"/>
            <a:ext cx="256032" cy="0"/>
          </a:xfrm>
          <a:prstGeom prst="line">
            <a:avLst/>
          </a:prstGeom>
          <a:noFill/>
          <a:ln w="13970">
            <a:solidFill>
              <a:srgbClr val="B42318"/>
            </a:solidFill>
            <a:prstDash val="solid"/>
          </a:ln>
        </p:spPr>
      </p:sp>
      <p:sp>
        <p:nvSpPr>
          <p:cNvPr id="220" name="Shape 218"/>
          <p:cNvSpPr/>
          <p:nvPr/>
        </p:nvSpPr>
        <p:spPr>
          <a:xfrm>
            <a:off x="868680" y="1874520"/>
            <a:ext cx="0" cy="256032"/>
          </a:xfrm>
          <a:prstGeom prst="line">
            <a:avLst/>
          </a:prstGeom>
          <a:noFill/>
          <a:ln w="13970">
            <a:solidFill>
              <a:srgbClr val="B42318"/>
            </a:solidFill>
            <a:prstDash val="solid"/>
          </a:ln>
        </p:spPr>
      </p:sp>
      <p:sp>
        <p:nvSpPr>
          <p:cNvPr id="221" name="Shape 219"/>
          <p:cNvSpPr/>
          <p:nvPr/>
        </p:nvSpPr>
        <p:spPr>
          <a:xfrm>
            <a:off x="5212080" y="1874520"/>
            <a:ext cx="0" cy="0"/>
          </a:xfrm>
          <a:prstGeom prst="line">
            <a:avLst/>
          </a:prstGeom>
          <a:noFill/>
          <a:ln w="13970">
            <a:solidFill>
              <a:srgbClr val="B42318"/>
            </a:solidFill>
            <a:prstDash val="solid"/>
          </a:ln>
        </p:spPr>
      </p:sp>
      <p:sp>
        <p:nvSpPr>
          <p:cNvPr id="222" name="Shape 220"/>
          <p:cNvSpPr/>
          <p:nvPr/>
        </p:nvSpPr>
        <p:spPr>
          <a:xfrm>
            <a:off x="5212080" y="1874520"/>
            <a:ext cx="0" cy="256032"/>
          </a:xfrm>
          <a:prstGeom prst="line">
            <a:avLst/>
          </a:prstGeom>
          <a:noFill/>
          <a:ln w="13970">
            <a:solidFill>
              <a:srgbClr val="B42318"/>
            </a:solidFill>
            <a:prstDash val="solid"/>
          </a:ln>
        </p:spPr>
      </p:sp>
      <p:sp>
        <p:nvSpPr>
          <p:cNvPr id="223" name="Shape 221"/>
          <p:cNvSpPr/>
          <p:nvPr/>
        </p:nvSpPr>
        <p:spPr>
          <a:xfrm>
            <a:off x="868680" y="4389120"/>
            <a:ext cx="256032" cy="0"/>
          </a:xfrm>
          <a:prstGeom prst="line">
            <a:avLst/>
          </a:prstGeom>
          <a:noFill/>
          <a:ln w="13970">
            <a:solidFill>
              <a:srgbClr val="B42318"/>
            </a:solidFill>
            <a:prstDash val="solid"/>
          </a:ln>
        </p:spPr>
      </p:sp>
      <p:sp>
        <p:nvSpPr>
          <p:cNvPr id="224" name="Shape 222"/>
          <p:cNvSpPr/>
          <p:nvPr/>
        </p:nvSpPr>
        <p:spPr>
          <a:xfrm>
            <a:off x="868680" y="4389120"/>
            <a:ext cx="0" cy="0"/>
          </a:xfrm>
          <a:prstGeom prst="line">
            <a:avLst/>
          </a:prstGeom>
          <a:noFill/>
          <a:ln w="13970">
            <a:solidFill>
              <a:srgbClr val="B42318"/>
            </a:solidFill>
            <a:prstDash val="solid"/>
          </a:ln>
        </p:spPr>
      </p:sp>
      <p:sp>
        <p:nvSpPr>
          <p:cNvPr id="225" name="Shape 223"/>
          <p:cNvSpPr/>
          <p:nvPr/>
        </p:nvSpPr>
        <p:spPr>
          <a:xfrm>
            <a:off x="5212080" y="4389120"/>
            <a:ext cx="0" cy="0"/>
          </a:xfrm>
          <a:prstGeom prst="line">
            <a:avLst/>
          </a:prstGeom>
          <a:noFill/>
          <a:ln w="13970">
            <a:solidFill>
              <a:srgbClr val="B42318"/>
            </a:solidFill>
            <a:prstDash val="solid"/>
          </a:ln>
        </p:spPr>
      </p:sp>
      <p:sp>
        <p:nvSpPr>
          <p:cNvPr id="226" name="Shape 224"/>
          <p:cNvSpPr/>
          <p:nvPr/>
        </p:nvSpPr>
        <p:spPr>
          <a:xfrm>
            <a:off x="5212080" y="4389120"/>
            <a:ext cx="0" cy="0"/>
          </a:xfrm>
          <a:prstGeom prst="line">
            <a:avLst/>
          </a:prstGeom>
          <a:noFill/>
          <a:ln w="13970">
            <a:solidFill>
              <a:srgbClr val="B42318"/>
            </a:solidFill>
            <a:prstDash val="solid"/>
          </a:ln>
        </p:spPr>
      </p:sp>
      <p:sp>
        <p:nvSpPr>
          <p:cNvPr id="227" name="Shape 225"/>
          <p:cNvSpPr/>
          <p:nvPr/>
        </p:nvSpPr>
        <p:spPr>
          <a:xfrm>
            <a:off x="6903720" y="1828800"/>
            <a:ext cx="4434840" cy="2606040"/>
          </a:xfrm>
          <a:prstGeom prst="roundRect">
            <a:avLst>
              <a:gd name="adj" fmla="val 2105"/>
            </a:avLst>
          </a:prstGeom>
          <a:solidFill>
            <a:srgbClr val="E2F4EA"/>
          </a:solidFill>
          <a:ln w="15240">
            <a:solidFill>
              <a:srgbClr val="2D8A70"/>
            </a:solidFill>
            <a:prstDash val="solid"/>
          </a:ln>
        </p:spPr>
      </p:sp>
      <p:sp>
        <p:nvSpPr>
          <p:cNvPr id="228" name="Shape 226"/>
          <p:cNvSpPr/>
          <p:nvPr/>
        </p:nvSpPr>
        <p:spPr>
          <a:xfrm>
            <a:off x="7013448" y="1938528"/>
            <a:ext cx="1371600" cy="310896"/>
          </a:xfrm>
          <a:prstGeom prst="rect">
            <a:avLst/>
          </a:prstGeom>
          <a:solidFill>
            <a:srgbClr val="2D8A70"/>
          </a:solidFill>
          <a:ln w="12700">
            <a:solidFill>
              <a:srgbClr val="2D8A70"/>
            </a:solidFill>
            <a:prstDash val="solid"/>
          </a:ln>
        </p:spPr>
      </p:sp>
      <p:sp>
        <p:nvSpPr>
          <p:cNvPr id="229" name="Text 227"/>
          <p:cNvSpPr/>
          <p:nvPr/>
        </p:nvSpPr>
        <p:spPr>
          <a:xfrm>
            <a:off x="7086600" y="1993392"/>
            <a:ext cx="122529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좋은 하네스</a:t>
            </a:r>
            <a:endParaRPr lang="en-US" sz="1050" dirty="0"/>
          </a:p>
        </p:txBody>
      </p:sp>
      <p:sp>
        <p:nvSpPr>
          <p:cNvPr id="230" name="Text 228"/>
          <p:cNvSpPr/>
          <p:nvPr/>
        </p:nvSpPr>
        <p:spPr>
          <a:xfrm>
            <a:off x="7104888" y="2359152"/>
            <a:ext cx="4032504" cy="1911096"/>
          </a:xfrm>
          <a:prstGeom prst="rect">
            <a:avLst/>
          </a:prstGeom>
          <a:noFill/>
          <a:ln/>
        </p:spPr>
        <p:txBody>
          <a:bodyPr wrap="square" lIns="635" tIns="635" rIns="635" bIns="635" rtlCol="0" anchor="ctr">
            <a:normAutofit/>
          </a:bodyPr>
          <a:lstStyle/>
          <a:p>
            <a:pPr marL="0" indent="0" algn="l">
              <a:lnSpc>
                <a:spcPct val="90000"/>
              </a:lnSpc>
              <a:buNone/>
            </a:pPr>
            <a:r>
              <a:rPr lang="en-US" sz="1650" b="1" dirty="0">
                <a:solidFill>
                  <a:srgbClr val="0B1F33"/>
                </a:solidFill>
                <a:latin typeface="Malgun Gothic" pitchFamily="34" charset="0"/>
                <a:ea typeface="Malgun Gothic" pitchFamily="34" charset="-122"/>
                <a:cs typeface="Malgun Gothic" pitchFamily="34" charset="-120"/>
              </a:rPr>
              <a:t>역할 + 업무 배경 + 기능 범위</a:t>
            </a:r>
            <a:endParaRPr lang="en-US" sz="1650" dirty="0"/>
          </a:p>
          <a:p>
            <a:pPr marL="0" indent="0" algn="l">
              <a:lnSpc>
                <a:spcPct val="90000"/>
              </a:lnSpc>
              <a:buNone/>
            </a:pPr>
            <a:r>
              <a:rPr lang="en-US" sz="1650" b="1" dirty="0">
                <a:solidFill>
                  <a:srgbClr val="0B1F33"/>
                </a:solidFill>
                <a:latin typeface="Malgun Gothic" pitchFamily="34" charset="0"/>
                <a:ea typeface="Malgun Gothic" pitchFamily="34" charset="-122"/>
                <a:cs typeface="Malgun Gothic" pitchFamily="34" charset="-120"/>
              </a:rPr>
              <a:t>제약조건 + 테스트 + 보안 기준</a:t>
            </a:r>
            <a:endParaRPr lang="en-US" sz="1650" dirty="0"/>
          </a:p>
          <a:p>
            <a:pPr marL="0" indent="0" algn="l">
              <a:lnSpc>
                <a:spcPct val="90000"/>
              </a:lnSpc>
              <a:buNone/>
            </a:pPr>
            <a:r>
              <a:rPr lang="en-US" sz="1650" b="1" dirty="0">
                <a:solidFill>
                  <a:srgbClr val="0B1F33"/>
                </a:solidFill>
                <a:latin typeface="Malgun Gothic" pitchFamily="34" charset="0"/>
                <a:ea typeface="Malgun Gothic" pitchFamily="34" charset="-122"/>
                <a:cs typeface="Malgun Gothic" pitchFamily="34" charset="-120"/>
              </a:rPr>
              <a:t>출력물과 검수 절차까지 지정</a:t>
            </a:r>
            <a:endParaRPr lang="en-US" sz="1650" dirty="0"/>
          </a:p>
        </p:txBody>
      </p:sp>
      <p:sp>
        <p:nvSpPr>
          <p:cNvPr id="231" name="Shape 229"/>
          <p:cNvSpPr/>
          <p:nvPr/>
        </p:nvSpPr>
        <p:spPr>
          <a:xfrm>
            <a:off x="6949440" y="1874520"/>
            <a:ext cx="256032" cy="0"/>
          </a:xfrm>
          <a:prstGeom prst="line">
            <a:avLst/>
          </a:prstGeom>
          <a:noFill/>
          <a:ln w="13970">
            <a:solidFill>
              <a:srgbClr val="2D8A70"/>
            </a:solidFill>
            <a:prstDash val="solid"/>
          </a:ln>
        </p:spPr>
      </p:sp>
      <p:sp>
        <p:nvSpPr>
          <p:cNvPr id="232" name="Shape 230"/>
          <p:cNvSpPr/>
          <p:nvPr/>
        </p:nvSpPr>
        <p:spPr>
          <a:xfrm>
            <a:off x="6949440" y="1874520"/>
            <a:ext cx="0" cy="256032"/>
          </a:xfrm>
          <a:prstGeom prst="line">
            <a:avLst/>
          </a:prstGeom>
          <a:noFill/>
          <a:ln w="13970">
            <a:solidFill>
              <a:srgbClr val="2D8A70"/>
            </a:solidFill>
            <a:prstDash val="solid"/>
          </a:ln>
        </p:spPr>
      </p:sp>
      <p:sp>
        <p:nvSpPr>
          <p:cNvPr id="233" name="Shape 231"/>
          <p:cNvSpPr/>
          <p:nvPr/>
        </p:nvSpPr>
        <p:spPr>
          <a:xfrm>
            <a:off x="11292840" y="1874520"/>
            <a:ext cx="0" cy="0"/>
          </a:xfrm>
          <a:prstGeom prst="line">
            <a:avLst/>
          </a:prstGeom>
          <a:noFill/>
          <a:ln w="13970">
            <a:solidFill>
              <a:srgbClr val="2D8A70"/>
            </a:solidFill>
            <a:prstDash val="solid"/>
          </a:ln>
        </p:spPr>
      </p:sp>
      <p:sp>
        <p:nvSpPr>
          <p:cNvPr id="234" name="Shape 232"/>
          <p:cNvSpPr/>
          <p:nvPr/>
        </p:nvSpPr>
        <p:spPr>
          <a:xfrm>
            <a:off x="11292840" y="1874520"/>
            <a:ext cx="0" cy="256032"/>
          </a:xfrm>
          <a:prstGeom prst="line">
            <a:avLst/>
          </a:prstGeom>
          <a:noFill/>
          <a:ln w="13970">
            <a:solidFill>
              <a:srgbClr val="2D8A70"/>
            </a:solidFill>
            <a:prstDash val="solid"/>
          </a:ln>
        </p:spPr>
      </p:sp>
      <p:sp>
        <p:nvSpPr>
          <p:cNvPr id="235" name="Shape 233"/>
          <p:cNvSpPr/>
          <p:nvPr/>
        </p:nvSpPr>
        <p:spPr>
          <a:xfrm>
            <a:off x="6949440" y="4389120"/>
            <a:ext cx="256032" cy="0"/>
          </a:xfrm>
          <a:prstGeom prst="line">
            <a:avLst/>
          </a:prstGeom>
          <a:noFill/>
          <a:ln w="13970">
            <a:solidFill>
              <a:srgbClr val="2D8A70"/>
            </a:solidFill>
            <a:prstDash val="solid"/>
          </a:ln>
        </p:spPr>
      </p:sp>
      <p:sp>
        <p:nvSpPr>
          <p:cNvPr id="236" name="Shape 234"/>
          <p:cNvSpPr/>
          <p:nvPr/>
        </p:nvSpPr>
        <p:spPr>
          <a:xfrm>
            <a:off x="6949440" y="4389120"/>
            <a:ext cx="0" cy="0"/>
          </a:xfrm>
          <a:prstGeom prst="line">
            <a:avLst/>
          </a:prstGeom>
          <a:noFill/>
          <a:ln w="13970">
            <a:solidFill>
              <a:srgbClr val="2D8A70"/>
            </a:solidFill>
            <a:prstDash val="solid"/>
          </a:ln>
        </p:spPr>
      </p:sp>
      <p:sp>
        <p:nvSpPr>
          <p:cNvPr id="237" name="Shape 235"/>
          <p:cNvSpPr/>
          <p:nvPr/>
        </p:nvSpPr>
        <p:spPr>
          <a:xfrm>
            <a:off x="11292840" y="4389120"/>
            <a:ext cx="0" cy="0"/>
          </a:xfrm>
          <a:prstGeom prst="line">
            <a:avLst/>
          </a:prstGeom>
          <a:noFill/>
          <a:ln w="13970">
            <a:solidFill>
              <a:srgbClr val="2D8A70"/>
            </a:solidFill>
            <a:prstDash val="solid"/>
          </a:ln>
        </p:spPr>
      </p:sp>
      <p:sp>
        <p:nvSpPr>
          <p:cNvPr id="238" name="Shape 236"/>
          <p:cNvSpPr/>
          <p:nvPr/>
        </p:nvSpPr>
        <p:spPr>
          <a:xfrm>
            <a:off x="11292840" y="4389120"/>
            <a:ext cx="0" cy="0"/>
          </a:xfrm>
          <a:prstGeom prst="line">
            <a:avLst/>
          </a:prstGeom>
          <a:noFill/>
          <a:ln w="13970">
            <a:solidFill>
              <a:srgbClr val="2D8A70"/>
            </a:solidFill>
            <a:prstDash val="solid"/>
          </a:ln>
        </p:spPr>
      </p:sp>
      <p:sp>
        <p:nvSpPr>
          <p:cNvPr id="239" name="Shape 237"/>
          <p:cNvSpPr/>
          <p:nvPr/>
        </p:nvSpPr>
        <p:spPr>
          <a:xfrm>
            <a:off x="5239511" y="2354581"/>
            <a:ext cx="1645920" cy="914400"/>
          </a:xfrm>
          <a:prstGeom prst="cloud">
            <a:avLst/>
          </a:prstGeom>
          <a:solidFill>
            <a:srgbClr val="D9EEF9"/>
          </a:solidFill>
          <a:ln w="12700">
            <a:solidFill>
              <a:srgbClr val="256B9A"/>
            </a:solidFill>
            <a:prstDash val="solid"/>
          </a:ln>
        </p:spPr>
      </p:sp>
      <p:sp>
        <p:nvSpPr>
          <p:cNvPr id="240" name="Text 238"/>
          <p:cNvSpPr/>
          <p:nvPr/>
        </p:nvSpPr>
        <p:spPr>
          <a:xfrm>
            <a:off x="5303520" y="2697480"/>
            <a:ext cx="822960" cy="219456"/>
          </a:xfrm>
          <a:prstGeom prst="rect">
            <a:avLst/>
          </a:prstGeom>
          <a:noFill/>
          <a:ln/>
        </p:spPr>
        <p:txBody>
          <a:bodyPr wrap="square" lIns="635" tIns="635" rIns="635" bIns="635" rtlCol="0" anchor="t">
            <a:normAutofit fontScale="92500" lnSpcReduction="10000"/>
          </a:bodyPr>
          <a:lstStyle/>
          <a:p>
            <a:pPr marL="0" indent="0" algn="ctr">
              <a:lnSpc>
                <a:spcPct val="90000"/>
              </a:lnSpc>
              <a:buNone/>
            </a:pPr>
            <a:r>
              <a:rPr lang="en-US" sz="1800" b="1" dirty="0">
                <a:solidFill>
                  <a:srgbClr val="0B1F33"/>
                </a:solidFill>
                <a:latin typeface="Malgun Gothic" pitchFamily="34" charset="0"/>
                <a:ea typeface="Malgun Gothic" pitchFamily="34" charset="-122"/>
                <a:cs typeface="Malgun Gothic" pitchFamily="34" charset="-120"/>
              </a:rPr>
              <a:t>AI</a:t>
            </a:r>
            <a:endParaRPr lang="en-US" sz="1800" dirty="0"/>
          </a:p>
        </p:txBody>
      </p:sp>
      <p:sp>
        <p:nvSpPr>
          <p:cNvPr id="241" name="Shape 239"/>
          <p:cNvSpPr/>
          <p:nvPr/>
        </p:nvSpPr>
        <p:spPr>
          <a:xfrm>
            <a:off x="5230368" y="2834640"/>
            <a:ext cx="0" cy="731520"/>
          </a:xfrm>
          <a:prstGeom prst="line">
            <a:avLst/>
          </a:prstGeom>
          <a:noFill/>
          <a:ln w="25400">
            <a:solidFill>
              <a:srgbClr val="EA6A1A"/>
            </a:solidFill>
            <a:prstDash val="solid"/>
            <a:tailEnd type="triangle"/>
          </a:ln>
        </p:spPr>
      </p:sp>
      <p:sp>
        <p:nvSpPr>
          <p:cNvPr id="242" name="Text 240"/>
          <p:cNvSpPr/>
          <p:nvPr/>
        </p:nvSpPr>
        <p:spPr>
          <a:xfrm>
            <a:off x="960120" y="4800600"/>
            <a:ext cx="10195560" cy="384048"/>
          </a:xfrm>
          <a:prstGeom prst="rect">
            <a:avLst/>
          </a:prstGeom>
          <a:noFill/>
          <a:ln/>
        </p:spPr>
        <p:txBody>
          <a:bodyPr wrap="square" lIns="635" tIns="635" rIns="635" bIns="635" rtlCol="0" anchor="t">
            <a:normAutofit/>
          </a:bodyPr>
          <a:lstStyle/>
          <a:p>
            <a:pPr marL="0" indent="0" algn="ctr">
              <a:lnSpc>
                <a:spcPct val="90000"/>
              </a:lnSpc>
              <a:buNone/>
            </a:pPr>
            <a:r>
              <a:rPr lang="en-US" sz="1800" b="1" dirty="0">
                <a:solidFill>
                  <a:srgbClr val="C95311"/>
                </a:solidFill>
                <a:latin typeface="Malgun Gothic" pitchFamily="34" charset="0"/>
                <a:ea typeface="Malgun Gothic" pitchFamily="34" charset="-122"/>
                <a:cs typeface="Malgun Gothic" pitchFamily="34" charset="-120"/>
              </a:rPr>
              <a:t>하네스 = 작업환경 + 역할 + 제약조건 + 검수 기준 + 테스트</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Core Ideas</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09</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진실은 휘발성 코드가 아니라 검토 가능한 Spec에 남는다.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첨부 PDF 핵심</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하네스 엔지니어링 핵심 개념</a:t>
            </a:r>
            <a:endParaRPr lang="en-US" sz="2900" dirty="0"/>
          </a:p>
        </p:txBody>
      </p:sp>
      <p:sp>
        <p:nvSpPr>
          <p:cNvPr id="215" name="Shape 213"/>
          <p:cNvSpPr/>
          <p:nvPr/>
        </p:nvSpPr>
        <p:spPr>
          <a:xfrm>
            <a:off x="868680" y="1828800"/>
            <a:ext cx="3246120" cy="2331720"/>
          </a:xfrm>
          <a:prstGeom prst="roundRect">
            <a:avLst>
              <a:gd name="adj" fmla="val 2353"/>
            </a:avLst>
          </a:prstGeom>
          <a:solidFill>
            <a:srgbClr val="FFFFFF"/>
          </a:solidFill>
          <a:ln w="15240">
            <a:solidFill>
              <a:srgbClr val="B42318"/>
            </a:solidFill>
            <a:prstDash val="solid"/>
          </a:ln>
        </p:spPr>
      </p:sp>
      <p:sp>
        <p:nvSpPr>
          <p:cNvPr id="216" name="Shape 214"/>
          <p:cNvSpPr/>
          <p:nvPr/>
        </p:nvSpPr>
        <p:spPr>
          <a:xfrm>
            <a:off x="978408" y="1938528"/>
            <a:ext cx="1508760" cy="310896"/>
          </a:xfrm>
          <a:prstGeom prst="rect">
            <a:avLst/>
          </a:prstGeom>
          <a:solidFill>
            <a:srgbClr val="B42318"/>
          </a:solidFill>
          <a:ln w="12700">
            <a:solidFill>
              <a:srgbClr val="B42318"/>
            </a:solidFill>
            <a:prstDash val="solid"/>
          </a:ln>
        </p:spPr>
      </p:sp>
      <p:sp>
        <p:nvSpPr>
          <p:cNvPr id="217" name="Text 215"/>
          <p:cNvSpPr/>
          <p:nvPr/>
        </p:nvSpPr>
        <p:spPr>
          <a:xfrm>
            <a:off x="1051560" y="1993392"/>
            <a:ext cx="136245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통제되지 않은 AI</a:t>
            </a:r>
            <a:endParaRPr lang="en-US" sz="1050" dirty="0"/>
          </a:p>
        </p:txBody>
      </p:sp>
      <p:sp>
        <p:nvSpPr>
          <p:cNvPr id="218" name="Text 216"/>
          <p:cNvSpPr/>
          <p:nvPr/>
        </p:nvSpPr>
        <p:spPr>
          <a:xfrm>
            <a:off x="1069848" y="2359152"/>
            <a:ext cx="2843784" cy="1636776"/>
          </a:xfrm>
          <a:prstGeom prst="rect">
            <a:avLst/>
          </a:prstGeom>
          <a:noFill/>
          <a:ln/>
        </p:spPr>
        <p:txBody>
          <a:bodyPr wrap="square" lIns="635" tIns="635" rIns="635" bIns="635" rtlCol="0" anchor="ctr">
            <a:normAutofit/>
          </a:bodyPr>
          <a:lstStyle/>
          <a:p>
            <a:pPr marL="0" indent="0" algn="ctr">
              <a:lnSpc>
                <a:spcPct val="90000"/>
              </a:lnSpc>
              <a:buNone/>
            </a:pPr>
            <a:r>
              <a:rPr lang="en-US" sz="1700" b="1" dirty="0">
                <a:solidFill>
                  <a:srgbClr val="0B1F33"/>
                </a:solidFill>
                <a:latin typeface="Malgun Gothic" pitchFamily="34" charset="0"/>
                <a:ea typeface="Malgun Gothic" pitchFamily="34" charset="-122"/>
                <a:cs typeface="Malgun Gothic" pitchFamily="34" charset="-120"/>
              </a:rPr>
              <a:t>예측 불가능한 결과</a:t>
            </a:r>
            <a:endParaRPr lang="en-US" sz="1700" dirty="0"/>
          </a:p>
          <a:p>
            <a:pPr marL="0" indent="0" algn="ctr">
              <a:lnSpc>
                <a:spcPct val="90000"/>
              </a:lnSpc>
              <a:buNone/>
            </a:pPr>
            <a:r>
              <a:rPr lang="en-US" sz="1700" b="1" dirty="0">
                <a:solidFill>
                  <a:srgbClr val="0B1F33"/>
                </a:solidFill>
                <a:latin typeface="Malgun Gothic" pitchFamily="34" charset="0"/>
                <a:ea typeface="Malgun Gothic" pitchFamily="34" charset="-122"/>
                <a:cs typeface="Malgun Gothic" pitchFamily="34" charset="-120"/>
              </a:rPr>
              <a:t>같은 지시도 흔들릴 수 있음</a:t>
            </a:r>
            <a:endParaRPr lang="en-US" sz="1700" dirty="0"/>
          </a:p>
        </p:txBody>
      </p:sp>
      <p:sp>
        <p:nvSpPr>
          <p:cNvPr id="219" name="Shape 217"/>
          <p:cNvSpPr/>
          <p:nvPr/>
        </p:nvSpPr>
        <p:spPr>
          <a:xfrm>
            <a:off x="914400" y="1874520"/>
            <a:ext cx="256032" cy="0"/>
          </a:xfrm>
          <a:prstGeom prst="line">
            <a:avLst/>
          </a:prstGeom>
          <a:noFill/>
          <a:ln w="13970">
            <a:solidFill>
              <a:srgbClr val="B42318"/>
            </a:solidFill>
            <a:prstDash val="solid"/>
          </a:ln>
        </p:spPr>
      </p:sp>
      <p:sp>
        <p:nvSpPr>
          <p:cNvPr id="220" name="Shape 218"/>
          <p:cNvSpPr/>
          <p:nvPr/>
        </p:nvSpPr>
        <p:spPr>
          <a:xfrm>
            <a:off x="914400" y="1874520"/>
            <a:ext cx="0" cy="256032"/>
          </a:xfrm>
          <a:prstGeom prst="line">
            <a:avLst/>
          </a:prstGeom>
          <a:noFill/>
          <a:ln w="13970">
            <a:solidFill>
              <a:srgbClr val="B42318"/>
            </a:solidFill>
            <a:prstDash val="solid"/>
          </a:ln>
        </p:spPr>
      </p:sp>
      <p:sp>
        <p:nvSpPr>
          <p:cNvPr id="221" name="Shape 219"/>
          <p:cNvSpPr/>
          <p:nvPr/>
        </p:nvSpPr>
        <p:spPr>
          <a:xfrm>
            <a:off x="4069080" y="1874520"/>
            <a:ext cx="0" cy="0"/>
          </a:xfrm>
          <a:prstGeom prst="line">
            <a:avLst/>
          </a:prstGeom>
          <a:noFill/>
          <a:ln w="13970">
            <a:solidFill>
              <a:srgbClr val="B42318"/>
            </a:solidFill>
            <a:prstDash val="solid"/>
          </a:ln>
        </p:spPr>
      </p:sp>
      <p:sp>
        <p:nvSpPr>
          <p:cNvPr id="222" name="Shape 220"/>
          <p:cNvSpPr/>
          <p:nvPr/>
        </p:nvSpPr>
        <p:spPr>
          <a:xfrm>
            <a:off x="4069080" y="1874520"/>
            <a:ext cx="0" cy="256032"/>
          </a:xfrm>
          <a:prstGeom prst="line">
            <a:avLst/>
          </a:prstGeom>
          <a:noFill/>
          <a:ln w="13970">
            <a:solidFill>
              <a:srgbClr val="B42318"/>
            </a:solidFill>
            <a:prstDash val="solid"/>
          </a:ln>
        </p:spPr>
      </p:sp>
      <p:sp>
        <p:nvSpPr>
          <p:cNvPr id="223" name="Shape 221"/>
          <p:cNvSpPr/>
          <p:nvPr/>
        </p:nvSpPr>
        <p:spPr>
          <a:xfrm>
            <a:off x="914400" y="4114800"/>
            <a:ext cx="256032" cy="0"/>
          </a:xfrm>
          <a:prstGeom prst="line">
            <a:avLst/>
          </a:prstGeom>
          <a:noFill/>
          <a:ln w="13970">
            <a:solidFill>
              <a:srgbClr val="B42318"/>
            </a:solidFill>
            <a:prstDash val="solid"/>
          </a:ln>
        </p:spPr>
      </p:sp>
      <p:sp>
        <p:nvSpPr>
          <p:cNvPr id="224" name="Shape 222"/>
          <p:cNvSpPr/>
          <p:nvPr/>
        </p:nvSpPr>
        <p:spPr>
          <a:xfrm>
            <a:off x="914400" y="4114800"/>
            <a:ext cx="0" cy="0"/>
          </a:xfrm>
          <a:prstGeom prst="line">
            <a:avLst/>
          </a:prstGeom>
          <a:noFill/>
          <a:ln w="13970">
            <a:solidFill>
              <a:srgbClr val="B42318"/>
            </a:solidFill>
            <a:prstDash val="solid"/>
          </a:ln>
        </p:spPr>
      </p:sp>
      <p:sp>
        <p:nvSpPr>
          <p:cNvPr id="225" name="Shape 223"/>
          <p:cNvSpPr/>
          <p:nvPr/>
        </p:nvSpPr>
        <p:spPr>
          <a:xfrm>
            <a:off x="4069080" y="4114800"/>
            <a:ext cx="0" cy="0"/>
          </a:xfrm>
          <a:prstGeom prst="line">
            <a:avLst/>
          </a:prstGeom>
          <a:noFill/>
          <a:ln w="13970">
            <a:solidFill>
              <a:srgbClr val="B42318"/>
            </a:solidFill>
            <a:prstDash val="solid"/>
          </a:ln>
        </p:spPr>
      </p:sp>
      <p:sp>
        <p:nvSpPr>
          <p:cNvPr id="226" name="Shape 224"/>
          <p:cNvSpPr/>
          <p:nvPr/>
        </p:nvSpPr>
        <p:spPr>
          <a:xfrm>
            <a:off x="4069080" y="4114800"/>
            <a:ext cx="0" cy="0"/>
          </a:xfrm>
          <a:prstGeom prst="line">
            <a:avLst/>
          </a:prstGeom>
          <a:noFill/>
          <a:ln w="13970">
            <a:solidFill>
              <a:srgbClr val="B42318"/>
            </a:solidFill>
            <a:prstDash val="solid"/>
          </a:ln>
        </p:spPr>
      </p:sp>
      <p:sp>
        <p:nvSpPr>
          <p:cNvPr id="227" name="Shape 225"/>
          <p:cNvSpPr/>
          <p:nvPr/>
        </p:nvSpPr>
        <p:spPr>
          <a:xfrm>
            <a:off x="4462272" y="1828800"/>
            <a:ext cx="3246120" cy="2331720"/>
          </a:xfrm>
          <a:prstGeom prst="roundRect">
            <a:avLst>
              <a:gd name="adj" fmla="val 2353"/>
            </a:avLst>
          </a:prstGeom>
          <a:solidFill>
            <a:srgbClr val="FCE5D3"/>
          </a:solidFill>
          <a:ln w="15240">
            <a:solidFill>
              <a:srgbClr val="EA6A1A"/>
            </a:solidFill>
            <a:prstDash val="solid"/>
          </a:ln>
        </p:spPr>
      </p:sp>
      <p:sp>
        <p:nvSpPr>
          <p:cNvPr id="228" name="Shape 226"/>
          <p:cNvSpPr/>
          <p:nvPr/>
        </p:nvSpPr>
        <p:spPr>
          <a:xfrm>
            <a:off x="4572000" y="1938528"/>
            <a:ext cx="1508760" cy="310896"/>
          </a:xfrm>
          <a:prstGeom prst="rect">
            <a:avLst/>
          </a:prstGeom>
          <a:solidFill>
            <a:srgbClr val="EA6A1A"/>
          </a:solidFill>
          <a:ln w="12700">
            <a:solidFill>
              <a:srgbClr val="EA6A1A"/>
            </a:solidFill>
            <a:prstDash val="solid"/>
          </a:ln>
        </p:spPr>
      </p:sp>
      <p:sp>
        <p:nvSpPr>
          <p:cNvPr id="229" name="Text 227"/>
          <p:cNvSpPr/>
          <p:nvPr/>
        </p:nvSpPr>
        <p:spPr>
          <a:xfrm>
            <a:off x="4645152" y="1993392"/>
            <a:ext cx="136245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Spec = 원장</a:t>
            </a:r>
            <a:endParaRPr lang="en-US" sz="1050" dirty="0"/>
          </a:p>
        </p:txBody>
      </p:sp>
      <p:sp>
        <p:nvSpPr>
          <p:cNvPr id="230" name="Text 228"/>
          <p:cNvSpPr/>
          <p:nvPr/>
        </p:nvSpPr>
        <p:spPr>
          <a:xfrm>
            <a:off x="4663440" y="2359152"/>
            <a:ext cx="2843784" cy="1636776"/>
          </a:xfrm>
          <a:prstGeom prst="rect">
            <a:avLst/>
          </a:prstGeom>
          <a:noFill/>
          <a:ln/>
        </p:spPr>
        <p:txBody>
          <a:bodyPr wrap="square" lIns="635" tIns="635" rIns="635" bIns="635" rtlCol="0" anchor="ctr">
            <a:normAutofit/>
          </a:bodyPr>
          <a:lstStyle/>
          <a:p>
            <a:pPr marL="0" indent="0" algn="ctr">
              <a:lnSpc>
                <a:spcPct val="90000"/>
              </a:lnSpc>
              <a:buNone/>
            </a:pPr>
            <a:r>
              <a:rPr lang="en-US" sz="1700" b="1" dirty="0">
                <a:solidFill>
                  <a:srgbClr val="0B1F33"/>
                </a:solidFill>
                <a:latin typeface="Malgun Gothic" pitchFamily="34" charset="0"/>
                <a:ea typeface="Malgun Gothic" pitchFamily="34" charset="-122"/>
                <a:cs typeface="Malgun Gothic" pitchFamily="34" charset="-120"/>
              </a:rPr>
              <a:t>코드는 바뀌어도</a:t>
            </a:r>
            <a:endParaRPr lang="en-US" sz="1700" dirty="0"/>
          </a:p>
          <a:p>
            <a:pPr marL="0" indent="0" algn="ctr">
              <a:lnSpc>
                <a:spcPct val="90000"/>
              </a:lnSpc>
              <a:buNone/>
            </a:pPr>
            <a:r>
              <a:rPr lang="en-US" sz="1700" b="1" dirty="0">
                <a:solidFill>
                  <a:srgbClr val="0B1F33"/>
                </a:solidFill>
                <a:latin typeface="Malgun Gothic" pitchFamily="34" charset="0"/>
                <a:ea typeface="Malgun Gothic" pitchFamily="34" charset="-122"/>
                <a:cs typeface="Malgun Gothic" pitchFamily="34" charset="-120"/>
              </a:rPr>
              <a:t>기획 문서가 기준</a:t>
            </a:r>
            <a:endParaRPr lang="en-US" sz="1700" dirty="0"/>
          </a:p>
        </p:txBody>
      </p:sp>
      <p:sp>
        <p:nvSpPr>
          <p:cNvPr id="231" name="Shape 229"/>
          <p:cNvSpPr/>
          <p:nvPr/>
        </p:nvSpPr>
        <p:spPr>
          <a:xfrm>
            <a:off x="4507992" y="1874520"/>
            <a:ext cx="256032" cy="0"/>
          </a:xfrm>
          <a:prstGeom prst="line">
            <a:avLst/>
          </a:prstGeom>
          <a:noFill/>
          <a:ln w="13970">
            <a:solidFill>
              <a:srgbClr val="EA6A1A"/>
            </a:solidFill>
            <a:prstDash val="solid"/>
          </a:ln>
        </p:spPr>
      </p:sp>
      <p:sp>
        <p:nvSpPr>
          <p:cNvPr id="232" name="Shape 230"/>
          <p:cNvSpPr/>
          <p:nvPr/>
        </p:nvSpPr>
        <p:spPr>
          <a:xfrm>
            <a:off x="4507992" y="1874520"/>
            <a:ext cx="0" cy="256032"/>
          </a:xfrm>
          <a:prstGeom prst="line">
            <a:avLst/>
          </a:prstGeom>
          <a:noFill/>
          <a:ln w="13970">
            <a:solidFill>
              <a:srgbClr val="EA6A1A"/>
            </a:solidFill>
            <a:prstDash val="solid"/>
          </a:ln>
        </p:spPr>
      </p:sp>
      <p:sp>
        <p:nvSpPr>
          <p:cNvPr id="233" name="Shape 231"/>
          <p:cNvSpPr/>
          <p:nvPr/>
        </p:nvSpPr>
        <p:spPr>
          <a:xfrm>
            <a:off x="7662672" y="1874520"/>
            <a:ext cx="0" cy="0"/>
          </a:xfrm>
          <a:prstGeom prst="line">
            <a:avLst/>
          </a:prstGeom>
          <a:noFill/>
          <a:ln w="13970">
            <a:solidFill>
              <a:srgbClr val="EA6A1A"/>
            </a:solidFill>
            <a:prstDash val="solid"/>
          </a:ln>
        </p:spPr>
      </p:sp>
      <p:sp>
        <p:nvSpPr>
          <p:cNvPr id="234" name="Shape 232"/>
          <p:cNvSpPr/>
          <p:nvPr/>
        </p:nvSpPr>
        <p:spPr>
          <a:xfrm>
            <a:off x="7662672" y="1874520"/>
            <a:ext cx="0" cy="256032"/>
          </a:xfrm>
          <a:prstGeom prst="line">
            <a:avLst/>
          </a:prstGeom>
          <a:noFill/>
          <a:ln w="13970">
            <a:solidFill>
              <a:srgbClr val="EA6A1A"/>
            </a:solidFill>
            <a:prstDash val="solid"/>
          </a:ln>
        </p:spPr>
      </p:sp>
      <p:sp>
        <p:nvSpPr>
          <p:cNvPr id="235" name="Shape 233"/>
          <p:cNvSpPr/>
          <p:nvPr/>
        </p:nvSpPr>
        <p:spPr>
          <a:xfrm>
            <a:off x="4507992" y="4114800"/>
            <a:ext cx="256032" cy="0"/>
          </a:xfrm>
          <a:prstGeom prst="line">
            <a:avLst/>
          </a:prstGeom>
          <a:noFill/>
          <a:ln w="13970">
            <a:solidFill>
              <a:srgbClr val="EA6A1A"/>
            </a:solidFill>
            <a:prstDash val="solid"/>
          </a:ln>
        </p:spPr>
      </p:sp>
      <p:sp>
        <p:nvSpPr>
          <p:cNvPr id="236" name="Shape 234"/>
          <p:cNvSpPr/>
          <p:nvPr/>
        </p:nvSpPr>
        <p:spPr>
          <a:xfrm>
            <a:off x="4507992" y="4114800"/>
            <a:ext cx="0" cy="0"/>
          </a:xfrm>
          <a:prstGeom prst="line">
            <a:avLst/>
          </a:prstGeom>
          <a:noFill/>
          <a:ln w="13970">
            <a:solidFill>
              <a:srgbClr val="EA6A1A"/>
            </a:solidFill>
            <a:prstDash val="solid"/>
          </a:ln>
        </p:spPr>
      </p:sp>
      <p:sp>
        <p:nvSpPr>
          <p:cNvPr id="237" name="Shape 235"/>
          <p:cNvSpPr/>
          <p:nvPr/>
        </p:nvSpPr>
        <p:spPr>
          <a:xfrm>
            <a:off x="7662672" y="4114800"/>
            <a:ext cx="0" cy="0"/>
          </a:xfrm>
          <a:prstGeom prst="line">
            <a:avLst/>
          </a:prstGeom>
          <a:noFill/>
          <a:ln w="13970">
            <a:solidFill>
              <a:srgbClr val="EA6A1A"/>
            </a:solidFill>
            <a:prstDash val="solid"/>
          </a:ln>
        </p:spPr>
      </p:sp>
      <p:sp>
        <p:nvSpPr>
          <p:cNvPr id="238" name="Shape 236"/>
          <p:cNvSpPr/>
          <p:nvPr/>
        </p:nvSpPr>
        <p:spPr>
          <a:xfrm>
            <a:off x="7662672" y="4114800"/>
            <a:ext cx="0" cy="0"/>
          </a:xfrm>
          <a:prstGeom prst="line">
            <a:avLst/>
          </a:prstGeom>
          <a:noFill/>
          <a:ln w="13970">
            <a:solidFill>
              <a:srgbClr val="EA6A1A"/>
            </a:solidFill>
            <a:prstDash val="solid"/>
          </a:ln>
        </p:spPr>
      </p:sp>
      <p:sp>
        <p:nvSpPr>
          <p:cNvPr id="239" name="Shape 237"/>
          <p:cNvSpPr/>
          <p:nvPr/>
        </p:nvSpPr>
        <p:spPr>
          <a:xfrm>
            <a:off x="8065008" y="1828800"/>
            <a:ext cx="3246120" cy="2331720"/>
          </a:xfrm>
          <a:prstGeom prst="roundRect">
            <a:avLst>
              <a:gd name="adj" fmla="val 2353"/>
            </a:avLst>
          </a:prstGeom>
          <a:solidFill>
            <a:srgbClr val="FFFFFF"/>
          </a:solidFill>
          <a:ln w="15240">
            <a:solidFill>
              <a:srgbClr val="256B9A"/>
            </a:solidFill>
            <a:prstDash val="solid"/>
          </a:ln>
        </p:spPr>
      </p:sp>
      <p:sp>
        <p:nvSpPr>
          <p:cNvPr id="240" name="Shape 238"/>
          <p:cNvSpPr/>
          <p:nvPr/>
        </p:nvSpPr>
        <p:spPr>
          <a:xfrm>
            <a:off x="8174736" y="1938528"/>
            <a:ext cx="1508760" cy="310896"/>
          </a:xfrm>
          <a:prstGeom prst="rect">
            <a:avLst/>
          </a:prstGeom>
          <a:solidFill>
            <a:srgbClr val="256B9A"/>
          </a:solidFill>
          <a:ln w="12700">
            <a:solidFill>
              <a:srgbClr val="256B9A"/>
            </a:solidFill>
            <a:prstDash val="solid"/>
          </a:ln>
        </p:spPr>
      </p:sp>
      <p:sp>
        <p:nvSpPr>
          <p:cNvPr id="241" name="Text 239"/>
          <p:cNvSpPr/>
          <p:nvPr/>
        </p:nvSpPr>
        <p:spPr>
          <a:xfrm>
            <a:off x="8247888" y="1993392"/>
            <a:ext cx="136245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Tech Lead</a:t>
            </a:r>
            <a:endParaRPr lang="en-US" sz="1050" dirty="0"/>
          </a:p>
        </p:txBody>
      </p:sp>
      <p:sp>
        <p:nvSpPr>
          <p:cNvPr id="242" name="Text 240"/>
          <p:cNvSpPr/>
          <p:nvPr/>
        </p:nvSpPr>
        <p:spPr>
          <a:xfrm>
            <a:off x="8266176" y="2359152"/>
            <a:ext cx="2843784" cy="1636776"/>
          </a:xfrm>
          <a:prstGeom prst="rect">
            <a:avLst/>
          </a:prstGeom>
          <a:noFill/>
          <a:ln/>
        </p:spPr>
        <p:txBody>
          <a:bodyPr wrap="square" lIns="635" tIns="635" rIns="635" bIns="635" rtlCol="0" anchor="ctr">
            <a:normAutofit/>
          </a:bodyPr>
          <a:lstStyle/>
          <a:p>
            <a:pPr marL="0" indent="0" algn="ctr">
              <a:lnSpc>
                <a:spcPct val="90000"/>
              </a:lnSpc>
              <a:buNone/>
            </a:pPr>
            <a:r>
              <a:rPr lang="en-US" sz="1700" b="1" dirty="0">
                <a:solidFill>
                  <a:srgbClr val="0B1F33"/>
                </a:solidFill>
                <a:latin typeface="Malgun Gothic" pitchFamily="34" charset="0"/>
                <a:ea typeface="Malgun Gothic" pitchFamily="34" charset="-122"/>
                <a:cs typeface="Malgun Gothic" pitchFamily="34" charset="-120"/>
              </a:rPr>
              <a:t>직접 코더가 아니라</a:t>
            </a:r>
            <a:endParaRPr lang="en-US" sz="1700" dirty="0"/>
          </a:p>
          <a:p>
            <a:pPr marL="0" indent="0" algn="ctr">
              <a:lnSpc>
                <a:spcPct val="90000"/>
              </a:lnSpc>
              <a:buNone/>
            </a:pPr>
            <a:r>
              <a:rPr lang="en-US" sz="1700" b="1" dirty="0">
                <a:solidFill>
                  <a:srgbClr val="0B1F33"/>
                </a:solidFill>
                <a:latin typeface="Malgun Gothic" pitchFamily="34" charset="0"/>
                <a:ea typeface="Malgun Gothic" pitchFamily="34" charset="-122"/>
                <a:cs typeface="Malgun Gothic" pitchFamily="34" charset="-120"/>
              </a:rPr>
              <a:t>AI 개발팀 지휘자</a:t>
            </a:r>
            <a:endParaRPr lang="en-US" sz="1700" dirty="0"/>
          </a:p>
        </p:txBody>
      </p:sp>
      <p:sp>
        <p:nvSpPr>
          <p:cNvPr id="243" name="Shape 241"/>
          <p:cNvSpPr/>
          <p:nvPr/>
        </p:nvSpPr>
        <p:spPr>
          <a:xfrm>
            <a:off x="8110728" y="1874520"/>
            <a:ext cx="256032" cy="0"/>
          </a:xfrm>
          <a:prstGeom prst="line">
            <a:avLst/>
          </a:prstGeom>
          <a:noFill/>
          <a:ln w="13970">
            <a:solidFill>
              <a:srgbClr val="256B9A"/>
            </a:solidFill>
            <a:prstDash val="solid"/>
          </a:ln>
        </p:spPr>
      </p:sp>
      <p:sp>
        <p:nvSpPr>
          <p:cNvPr id="244" name="Shape 242"/>
          <p:cNvSpPr/>
          <p:nvPr/>
        </p:nvSpPr>
        <p:spPr>
          <a:xfrm>
            <a:off x="8110728" y="1874520"/>
            <a:ext cx="0" cy="256032"/>
          </a:xfrm>
          <a:prstGeom prst="line">
            <a:avLst/>
          </a:prstGeom>
          <a:noFill/>
          <a:ln w="13970">
            <a:solidFill>
              <a:srgbClr val="256B9A"/>
            </a:solidFill>
            <a:prstDash val="solid"/>
          </a:ln>
        </p:spPr>
      </p:sp>
      <p:sp>
        <p:nvSpPr>
          <p:cNvPr id="245" name="Shape 243"/>
          <p:cNvSpPr/>
          <p:nvPr/>
        </p:nvSpPr>
        <p:spPr>
          <a:xfrm>
            <a:off x="11265408" y="1874520"/>
            <a:ext cx="0" cy="0"/>
          </a:xfrm>
          <a:prstGeom prst="line">
            <a:avLst/>
          </a:prstGeom>
          <a:noFill/>
          <a:ln w="13970">
            <a:solidFill>
              <a:srgbClr val="256B9A"/>
            </a:solidFill>
            <a:prstDash val="solid"/>
          </a:ln>
        </p:spPr>
      </p:sp>
      <p:sp>
        <p:nvSpPr>
          <p:cNvPr id="246" name="Shape 244"/>
          <p:cNvSpPr/>
          <p:nvPr/>
        </p:nvSpPr>
        <p:spPr>
          <a:xfrm>
            <a:off x="11265408" y="1874520"/>
            <a:ext cx="0" cy="256032"/>
          </a:xfrm>
          <a:prstGeom prst="line">
            <a:avLst/>
          </a:prstGeom>
          <a:noFill/>
          <a:ln w="13970">
            <a:solidFill>
              <a:srgbClr val="256B9A"/>
            </a:solidFill>
            <a:prstDash val="solid"/>
          </a:ln>
        </p:spPr>
      </p:sp>
      <p:sp>
        <p:nvSpPr>
          <p:cNvPr id="247" name="Shape 245"/>
          <p:cNvSpPr/>
          <p:nvPr/>
        </p:nvSpPr>
        <p:spPr>
          <a:xfrm>
            <a:off x="8110728" y="4114800"/>
            <a:ext cx="256032" cy="0"/>
          </a:xfrm>
          <a:prstGeom prst="line">
            <a:avLst/>
          </a:prstGeom>
          <a:noFill/>
          <a:ln w="13970">
            <a:solidFill>
              <a:srgbClr val="256B9A"/>
            </a:solidFill>
            <a:prstDash val="solid"/>
          </a:ln>
        </p:spPr>
      </p:sp>
      <p:sp>
        <p:nvSpPr>
          <p:cNvPr id="248" name="Shape 246"/>
          <p:cNvSpPr/>
          <p:nvPr/>
        </p:nvSpPr>
        <p:spPr>
          <a:xfrm>
            <a:off x="8110728" y="4114800"/>
            <a:ext cx="0" cy="0"/>
          </a:xfrm>
          <a:prstGeom prst="line">
            <a:avLst/>
          </a:prstGeom>
          <a:noFill/>
          <a:ln w="13970">
            <a:solidFill>
              <a:srgbClr val="256B9A"/>
            </a:solidFill>
            <a:prstDash val="solid"/>
          </a:ln>
        </p:spPr>
      </p:sp>
      <p:sp>
        <p:nvSpPr>
          <p:cNvPr id="249" name="Shape 247"/>
          <p:cNvSpPr/>
          <p:nvPr/>
        </p:nvSpPr>
        <p:spPr>
          <a:xfrm>
            <a:off x="11265408" y="4114800"/>
            <a:ext cx="0" cy="0"/>
          </a:xfrm>
          <a:prstGeom prst="line">
            <a:avLst/>
          </a:prstGeom>
          <a:noFill/>
          <a:ln w="13970">
            <a:solidFill>
              <a:srgbClr val="256B9A"/>
            </a:solidFill>
            <a:prstDash val="solid"/>
          </a:ln>
        </p:spPr>
      </p:sp>
      <p:sp>
        <p:nvSpPr>
          <p:cNvPr id="250" name="Shape 248"/>
          <p:cNvSpPr/>
          <p:nvPr/>
        </p:nvSpPr>
        <p:spPr>
          <a:xfrm>
            <a:off x="11265408" y="4114800"/>
            <a:ext cx="0" cy="0"/>
          </a:xfrm>
          <a:prstGeom prst="line">
            <a:avLst/>
          </a:prstGeom>
          <a:noFill/>
          <a:ln w="13970">
            <a:solidFill>
              <a:srgbClr val="256B9A"/>
            </a:solidFill>
            <a:prstDash val="solid"/>
          </a:ln>
        </p:spPr>
      </p:sp>
      <p:sp>
        <p:nvSpPr>
          <p:cNvPr id="251" name="Text 249"/>
          <p:cNvSpPr/>
          <p:nvPr/>
        </p:nvSpPr>
        <p:spPr>
          <a:xfrm>
            <a:off x="1097280" y="4709160"/>
            <a:ext cx="9875520" cy="402336"/>
          </a:xfrm>
          <a:prstGeom prst="rect">
            <a:avLst/>
          </a:prstGeom>
          <a:noFill/>
          <a:ln/>
        </p:spPr>
        <p:txBody>
          <a:bodyPr wrap="square" lIns="635" tIns="635" rIns="635" bIns="635" rtlCol="0" anchor="t">
            <a:normAutofit/>
          </a:bodyPr>
          <a:lstStyle/>
          <a:p>
            <a:pPr marL="0" indent="0" algn="ctr">
              <a:lnSpc>
                <a:spcPct val="90000"/>
              </a:lnSpc>
              <a:buNone/>
            </a:pPr>
            <a:r>
              <a:rPr lang="en-US" sz="1700" b="1" dirty="0">
                <a:solidFill>
                  <a:srgbClr val="0B1F33"/>
                </a:solidFill>
                <a:latin typeface="Malgun Gothic" pitchFamily="34" charset="0"/>
                <a:ea typeface="Malgun Gothic" pitchFamily="34" charset="-122"/>
                <a:cs typeface="Malgun Gothic" pitchFamily="34" charset="-120"/>
              </a:rPr>
              <a:t>PDF 메시지: 코드를 직접 짜는 시대에서, 시스템의 아키텍처를 설계하고 AI를 통제하는 시대로 이동</a:t>
            </a:r>
            <a:endParaRPr lang="en-US" sz="1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Three Plugin Arsenal</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10</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업무 절차서, 검토자, 개선 기록이 AI를 일관되게 만든다.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3대 플러그인 무기고</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하네스를 구성하는 3대 핵심 요소</a:t>
            </a:r>
            <a:endParaRPr lang="en-US" sz="2900" dirty="0"/>
          </a:p>
        </p:txBody>
      </p:sp>
      <p:sp>
        <p:nvSpPr>
          <p:cNvPr id="215" name="Shape 213"/>
          <p:cNvSpPr/>
          <p:nvPr/>
        </p:nvSpPr>
        <p:spPr>
          <a:xfrm>
            <a:off x="1499616" y="1591056"/>
            <a:ext cx="1874520" cy="1389888"/>
          </a:xfrm>
          <a:prstGeom prst="cube">
            <a:avLst/>
          </a:prstGeom>
          <a:solidFill>
            <a:srgbClr val="EFF7FC">
              <a:alpha val="97000"/>
            </a:srgbClr>
          </a:solidFill>
          <a:ln w="21590">
            <a:solidFill>
              <a:srgbClr val="256B9A"/>
            </a:solidFill>
            <a:prstDash val="solid"/>
          </a:ln>
        </p:spPr>
      </p:sp>
      <p:sp>
        <p:nvSpPr>
          <p:cNvPr id="216" name="Text 214"/>
          <p:cNvSpPr/>
          <p:nvPr/>
        </p:nvSpPr>
        <p:spPr>
          <a:xfrm>
            <a:off x="841248" y="3090672"/>
            <a:ext cx="3200400" cy="457200"/>
          </a:xfrm>
          <a:prstGeom prst="rect">
            <a:avLst/>
          </a:prstGeom>
          <a:noFill/>
          <a:ln/>
        </p:spPr>
        <p:txBody>
          <a:bodyPr wrap="square" lIns="635" tIns="635" rIns="635" bIns="635" rtlCol="0" anchor="t">
            <a:normAutofit/>
          </a:bodyPr>
          <a:lstStyle/>
          <a:p>
            <a:pPr marL="0" indent="0" algn="ctr">
              <a:lnSpc>
                <a:spcPct val="90000"/>
              </a:lnSpc>
              <a:buNone/>
            </a:pPr>
            <a:r>
              <a:rPr lang="en-US" sz="2000" b="1" dirty="0">
                <a:solidFill>
                  <a:srgbClr val="256B9A"/>
                </a:solidFill>
                <a:latin typeface="Malgun Gothic" pitchFamily="34" charset="0"/>
                <a:ea typeface="Malgun Gothic" pitchFamily="34" charset="-122"/>
                <a:cs typeface="Malgun Gothic" pitchFamily="34" charset="-120"/>
              </a:rPr>
              <a:t>Superpowers</a:t>
            </a:r>
            <a:endParaRPr lang="en-US" sz="2000" dirty="0"/>
          </a:p>
        </p:txBody>
      </p:sp>
      <p:sp>
        <p:nvSpPr>
          <p:cNvPr id="217" name="Text 215"/>
          <p:cNvSpPr/>
          <p:nvPr/>
        </p:nvSpPr>
        <p:spPr>
          <a:xfrm>
            <a:off x="978408" y="3621024"/>
            <a:ext cx="2926080" cy="530352"/>
          </a:xfrm>
          <a:prstGeom prst="rect">
            <a:avLst/>
          </a:prstGeom>
          <a:noFill/>
          <a:ln/>
        </p:spPr>
        <p:txBody>
          <a:bodyPr wrap="square" lIns="635" tIns="635" rIns="635" bIns="635" rtlCol="0" anchor="t">
            <a:normAutofit/>
          </a:bodyPr>
          <a:lstStyle/>
          <a:p>
            <a:pPr marL="0" indent="0" algn="ctr">
              <a:lnSpc>
                <a:spcPct val="90000"/>
              </a:lnSpc>
              <a:buNone/>
            </a:pPr>
            <a:r>
              <a:rPr lang="en-US" sz="1420" b="1" dirty="0">
                <a:solidFill>
                  <a:srgbClr val="0B1F33"/>
                </a:solidFill>
                <a:latin typeface="Malgun Gothic" pitchFamily="34" charset="0"/>
                <a:ea typeface="Malgun Gothic" pitchFamily="34" charset="-122"/>
                <a:cs typeface="Malgun Gothic" pitchFamily="34" charset="-120"/>
              </a:rPr>
              <a:t>워크플로우 엔진</a:t>
            </a:r>
            <a:endParaRPr lang="en-US" sz="1420" dirty="0"/>
          </a:p>
          <a:p>
            <a:pPr marL="0" indent="0" algn="ctr">
              <a:lnSpc>
                <a:spcPct val="90000"/>
              </a:lnSpc>
              <a:buNone/>
            </a:pPr>
            <a:r>
              <a:rPr lang="en-US" sz="1420" b="1" dirty="0">
                <a:solidFill>
                  <a:srgbClr val="0B1F33"/>
                </a:solidFill>
                <a:latin typeface="Malgun Gothic" pitchFamily="34" charset="0"/>
                <a:ea typeface="Malgun Gothic" pitchFamily="34" charset="-122"/>
                <a:cs typeface="Malgun Gothic" pitchFamily="34" charset="-120"/>
              </a:rPr>
              <a:t>브레인스토밍과 기획</a:t>
            </a:r>
            <a:endParaRPr lang="en-US" sz="1420" dirty="0"/>
          </a:p>
        </p:txBody>
      </p:sp>
      <p:sp>
        <p:nvSpPr>
          <p:cNvPr id="218" name="Shape 216"/>
          <p:cNvSpPr/>
          <p:nvPr/>
        </p:nvSpPr>
        <p:spPr>
          <a:xfrm>
            <a:off x="1645920" y="4370832"/>
            <a:ext cx="1609344" cy="310896"/>
          </a:xfrm>
          <a:prstGeom prst="rect">
            <a:avLst/>
          </a:prstGeom>
          <a:solidFill>
            <a:srgbClr val="256B9A"/>
          </a:solidFill>
          <a:ln w="12700">
            <a:solidFill>
              <a:srgbClr val="256B9A"/>
            </a:solidFill>
            <a:prstDash val="solid"/>
          </a:ln>
        </p:spPr>
      </p:sp>
      <p:sp>
        <p:nvSpPr>
          <p:cNvPr id="219" name="Text 217"/>
          <p:cNvSpPr/>
          <p:nvPr/>
        </p:nvSpPr>
        <p:spPr>
          <a:xfrm>
            <a:off x="1719072" y="4425696"/>
            <a:ext cx="1463040"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업무 절차서</a:t>
            </a:r>
            <a:endParaRPr lang="en-US" sz="1050" dirty="0"/>
          </a:p>
        </p:txBody>
      </p:sp>
      <p:sp>
        <p:nvSpPr>
          <p:cNvPr id="220" name="Shape 218"/>
          <p:cNvSpPr/>
          <p:nvPr/>
        </p:nvSpPr>
        <p:spPr>
          <a:xfrm>
            <a:off x="5248656" y="1591056"/>
            <a:ext cx="1874520" cy="1389888"/>
          </a:xfrm>
          <a:prstGeom prst="cube">
            <a:avLst/>
          </a:prstGeom>
          <a:solidFill>
            <a:srgbClr val="FCE5D3">
              <a:alpha val="97000"/>
            </a:srgbClr>
          </a:solidFill>
          <a:ln w="21590">
            <a:solidFill>
              <a:srgbClr val="EA6A1A"/>
            </a:solidFill>
            <a:prstDash val="solid"/>
          </a:ln>
        </p:spPr>
      </p:sp>
      <p:sp>
        <p:nvSpPr>
          <p:cNvPr id="221" name="Text 219"/>
          <p:cNvSpPr/>
          <p:nvPr/>
        </p:nvSpPr>
        <p:spPr>
          <a:xfrm>
            <a:off x="4590288" y="3090672"/>
            <a:ext cx="3200400" cy="457200"/>
          </a:xfrm>
          <a:prstGeom prst="rect">
            <a:avLst/>
          </a:prstGeom>
          <a:noFill/>
          <a:ln/>
        </p:spPr>
        <p:txBody>
          <a:bodyPr wrap="square" lIns="635" tIns="635" rIns="635" bIns="635" rtlCol="0" anchor="t">
            <a:normAutofit/>
          </a:bodyPr>
          <a:lstStyle/>
          <a:p>
            <a:pPr marL="0" indent="0" algn="ctr">
              <a:lnSpc>
                <a:spcPct val="90000"/>
              </a:lnSpc>
              <a:buNone/>
            </a:pPr>
            <a:r>
              <a:rPr lang="en-US" sz="2000" b="1" dirty="0">
                <a:solidFill>
                  <a:srgbClr val="EA6A1A"/>
                </a:solidFill>
                <a:latin typeface="Malgun Gothic" pitchFamily="34" charset="0"/>
                <a:ea typeface="Malgun Gothic" pitchFamily="34" charset="-122"/>
                <a:cs typeface="Malgun Gothic" pitchFamily="34" charset="-120"/>
              </a:rPr>
              <a:t>G-Stack</a:t>
            </a:r>
            <a:endParaRPr lang="en-US" sz="2000" dirty="0"/>
          </a:p>
        </p:txBody>
      </p:sp>
      <p:sp>
        <p:nvSpPr>
          <p:cNvPr id="222" name="Text 220"/>
          <p:cNvSpPr/>
          <p:nvPr/>
        </p:nvSpPr>
        <p:spPr>
          <a:xfrm>
            <a:off x="4727448" y="3621024"/>
            <a:ext cx="2926080" cy="530352"/>
          </a:xfrm>
          <a:prstGeom prst="rect">
            <a:avLst/>
          </a:prstGeom>
          <a:noFill/>
          <a:ln/>
        </p:spPr>
        <p:txBody>
          <a:bodyPr wrap="square" lIns="635" tIns="635" rIns="635" bIns="635" rtlCol="0" anchor="t">
            <a:normAutofit/>
          </a:bodyPr>
          <a:lstStyle/>
          <a:p>
            <a:pPr marL="0" indent="0" algn="ctr">
              <a:lnSpc>
                <a:spcPct val="90000"/>
              </a:lnSpc>
              <a:buNone/>
            </a:pPr>
            <a:r>
              <a:rPr lang="en-US" sz="1420" b="1" dirty="0">
                <a:solidFill>
                  <a:srgbClr val="0B1F33"/>
                </a:solidFill>
                <a:latin typeface="Malgun Gothic" pitchFamily="34" charset="0"/>
                <a:ea typeface="Malgun Gothic" pitchFamily="34" charset="-122"/>
                <a:cs typeface="Malgun Gothic" pitchFamily="34" charset="-120"/>
              </a:rPr>
              <a:t>역할극 엔진 / 보안</a:t>
            </a:r>
            <a:endParaRPr lang="en-US" sz="1420" dirty="0"/>
          </a:p>
          <a:p>
            <a:pPr marL="0" indent="0" algn="ctr">
              <a:lnSpc>
                <a:spcPct val="90000"/>
              </a:lnSpc>
              <a:buNone/>
            </a:pPr>
            <a:r>
              <a:rPr lang="en-US" sz="1420" b="1" dirty="0">
                <a:solidFill>
                  <a:srgbClr val="0B1F33"/>
                </a:solidFill>
                <a:latin typeface="Malgun Gothic" pitchFamily="34" charset="0"/>
                <a:ea typeface="Malgun Gothic" pitchFamily="34" charset="-122"/>
                <a:cs typeface="Malgun Gothic" pitchFamily="34" charset="-120"/>
              </a:rPr>
              <a:t>전문가 페르소나</a:t>
            </a:r>
            <a:endParaRPr lang="en-US" sz="1420" dirty="0"/>
          </a:p>
        </p:txBody>
      </p:sp>
      <p:sp>
        <p:nvSpPr>
          <p:cNvPr id="223" name="Shape 221"/>
          <p:cNvSpPr/>
          <p:nvPr/>
        </p:nvSpPr>
        <p:spPr>
          <a:xfrm>
            <a:off x="5394960" y="4370832"/>
            <a:ext cx="1609344" cy="310896"/>
          </a:xfrm>
          <a:prstGeom prst="rect">
            <a:avLst/>
          </a:prstGeom>
          <a:solidFill>
            <a:srgbClr val="EA6A1A"/>
          </a:solidFill>
          <a:ln w="12700">
            <a:solidFill>
              <a:srgbClr val="EA6A1A"/>
            </a:solidFill>
            <a:prstDash val="solid"/>
          </a:ln>
        </p:spPr>
      </p:sp>
      <p:sp>
        <p:nvSpPr>
          <p:cNvPr id="224" name="Text 222"/>
          <p:cNvSpPr/>
          <p:nvPr/>
        </p:nvSpPr>
        <p:spPr>
          <a:xfrm>
            <a:off x="5468112" y="4425696"/>
            <a:ext cx="1463040"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검토자</a:t>
            </a:r>
            <a:endParaRPr lang="en-US" sz="1050" dirty="0"/>
          </a:p>
        </p:txBody>
      </p:sp>
      <p:sp>
        <p:nvSpPr>
          <p:cNvPr id="225" name="Shape 223"/>
          <p:cNvSpPr/>
          <p:nvPr/>
        </p:nvSpPr>
        <p:spPr>
          <a:xfrm>
            <a:off x="8997696" y="1591056"/>
            <a:ext cx="1874520" cy="1389888"/>
          </a:xfrm>
          <a:prstGeom prst="cube">
            <a:avLst/>
          </a:prstGeom>
          <a:solidFill>
            <a:srgbClr val="EFF7FC">
              <a:alpha val="97000"/>
            </a:srgbClr>
          </a:solidFill>
          <a:ln w="21590">
            <a:solidFill>
              <a:srgbClr val="2D8A70"/>
            </a:solidFill>
            <a:prstDash val="solid"/>
          </a:ln>
        </p:spPr>
      </p:sp>
      <p:sp>
        <p:nvSpPr>
          <p:cNvPr id="226" name="Text 224"/>
          <p:cNvSpPr/>
          <p:nvPr/>
        </p:nvSpPr>
        <p:spPr>
          <a:xfrm>
            <a:off x="8339328" y="3090672"/>
            <a:ext cx="3200400" cy="457200"/>
          </a:xfrm>
          <a:prstGeom prst="rect">
            <a:avLst/>
          </a:prstGeom>
          <a:noFill/>
          <a:ln/>
        </p:spPr>
        <p:txBody>
          <a:bodyPr wrap="square" lIns="635" tIns="635" rIns="635" bIns="635" rtlCol="0" anchor="t">
            <a:normAutofit fontScale="92500" lnSpcReduction="20000"/>
          </a:bodyPr>
          <a:lstStyle/>
          <a:p>
            <a:pPr marL="0" indent="0" algn="ctr">
              <a:lnSpc>
                <a:spcPct val="90000"/>
              </a:lnSpc>
              <a:buNone/>
            </a:pPr>
            <a:r>
              <a:rPr lang="en-US" sz="2000" b="1" dirty="0">
                <a:solidFill>
                  <a:srgbClr val="2D8A70"/>
                </a:solidFill>
                <a:latin typeface="Malgun Gothic" pitchFamily="34" charset="0"/>
                <a:ea typeface="Malgun Gothic" pitchFamily="34" charset="-122"/>
                <a:cs typeface="Malgun Gothic" pitchFamily="34" charset="-120"/>
              </a:rPr>
              <a:t>Compound</a:t>
            </a:r>
            <a:endParaRPr lang="en-US" sz="2000" dirty="0"/>
          </a:p>
          <a:p>
            <a:pPr marL="0" indent="0" algn="ctr">
              <a:lnSpc>
                <a:spcPct val="90000"/>
              </a:lnSpc>
              <a:buNone/>
            </a:pPr>
            <a:r>
              <a:rPr lang="en-US" sz="2000" b="1" dirty="0">
                <a:solidFill>
                  <a:srgbClr val="2D8A70"/>
                </a:solidFill>
                <a:latin typeface="Malgun Gothic" pitchFamily="34" charset="0"/>
                <a:ea typeface="Malgun Gothic" pitchFamily="34" charset="-122"/>
                <a:cs typeface="Malgun Gothic" pitchFamily="34" charset="-120"/>
              </a:rPr>
              <a:t>Engineering</a:t>
            </a:r>
            <a:endParaRPr lang="en-US" sz="2000" dirty="0"/>
          </a:p>
        </p:txBody>
      </p:sp>
      <p:sp>
        <p:nvSpPr>
          <p:cNvPr id="227" name="Text 225"/>
          <p:cNvSpPr/>
          <p:nvPr/>
        </p:nvSpPr>
        <p:spPr>
          <a:xfrm>
            <a:off x="8476488" y="3621024"/>
            <a:ext cx="2926080" cy="530352"/>
          </a:xfrm>
          <a:prstGeom prst="rect">
            <a:avLst/>
          </a:prstGeom>
          <a:noFill/>
          <a:ln/>
        </p:spPr>
        <p:txBody>
          <a:bodyPr wrap="square" lIns="635" tIns="635" rIns="635" bIns="635" rtlCol="0" anchor="t">
            <a:normAutofit/>
          </a:bodyPr>
          <a:lstStyle/>
          <a:p>
            <a:pPr marL="0" indent="0" algn="ctr">
              <a:lnSpc>
                <a:spcPct val="90000"/>
              </a:lnSpc>
              <a:buNone/>
            </a:pPr>
            <a:r>
              <a:rPr lang="en-US" sz="1420" b="1" dirty="0">
                <a:solidFill>
                  <a:srgbClr val="0B1F33"/>
                </a:solidFill>
                <a:latin typeface="Malgun Gothic" pitchFamily="34" charset="0"/>
                <a:ea typeface="Malgun Gothic" pitchFamily="34" charset="-122"/>
                <a:cs typeface="Malgun Gothic" pitchFamily="34" charset="-120"/>
              </a:rPr>
              <a:t>실수와 피드백을</a:t>
            </a:r>
            <a:endParaRPr lang="en-US" sz="1420" dirty="0"/>
          </a:p>
          <a:p>
            <a:pPr marL="0" indent="0" algn="ctr">
              <a:lnSpc>
                <a:spcPct val="90000"/>
              </a:lnSpc>
              <a:buNone/>
            </a:pPr>
            <a:r>
              <a:rPr lang="en-US" sz="1420" b="1" dirty="0">
                <a:solidFill>
                  <a:srgbClr val="0B1F33"/>
                </a:solidFill>
                <a:latin typeface="Malgun Gothic" pitchFamily="34" charset="0"/>
                <a:ea typeface="Malgun Gothic" pitchFamily="34" charset="-122"/>
                <a:cs typeface="Malgun Gothic" pitchFamily="34" charset="-120"/>
              </a:rPr>
              <a:t>학습 자산으로 축적</a:t>
            </a:r>
            <a:endParaRPr lang="en-US" sz="1420" dirty="0"/>
          </a:p>
        </p:txBody>
      </p:sp>
      <p:sp>
        <p:nvSpPr>
          <p:cNvPr id="228" name="Shape 226"/>
          <p:cNvSpPr/>
          <p:nvPr/>
        </p:nvSpPr>
        <p:spPr>
          <a:xfrm>
            <a:off x="9144000" y="4370832"/>
            <a:ext cx="1609344" cy="310896"/>
          </a:xfrm>
          <a:prstGeom prst="rect">
            <a:avLst/>
          </a:prstGeom>
          <a:solidFill>
            <a:srgbClr val="2D8A70"/>
          </a:solidFill>
          <a:ln w="12700">
            <a:solidFill>
              <a:srgbClr val="2D8A70"/>
            </a:solidFill>
            <a:prstDash val="solid"/>
          </a:ln>
        </p:spPr>
      </p:sp>
      <p:sp>
        <p:nvSpPr>
          <p:cNvPr id="229" name="Text 227"/>
          <p:cNvSpPr/>
          <p:nvPr/>
        </p:nvSpPr>
        <p:spPr>
          <a:xfrm>
            <a:off x="9217152" y="4425696"/>
            <a:ext cx="1463040"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개선 기록</a:t>
            </a:r>
            <a:endParaRPr lang="en-US" sz="1050" dirty="0"/>
          </a:p>
        </p:txBody>
      </p:sp>
      <p:sp>
        <p:nvSpPr>
          <p:cNvPr id="230" name="Shape 228"/>
          <p:cNvSpPr/>
          <p:nvPr/>
        </p:nvSpPr>
        <p:spPr>
          <a:xfrm>
            <a:off x="2468880" y="2331720"/>
            <a:ext cx="1828800" cy="0"/>
          </a:xfrm>
          <a:prstGeom prst="line">
            <a:avLst/>
          </a:prstGeom>
          <a:noFill/>
          <a:ln w="27940">
            <a:solidFill>
              <a:srgbClr val="EA6A1A"/>
            </a:solidFill>
            <a:prstDash val="solid"/>
            <a:tailEnd type="triangle"/>
          </a:ln>
        </p:spPr>
      </p:sp>
      <p:sp>
        <p:nvSpPr>
          <p:cNvPr id="231" name="Shape 229"/>
          <p:cNvSpPr/>
          <p:nvPr/>
        </p:nvSpPr>
        <p:spPr>
          <a:xfrm>
            <a:off x="6172200" y="2331720"/>
            <a:ext cx="1874520" cy="0"/>
          </a:xfrm>
          <a:prstGeom prst="line">
            <a:avLst/>
          </a:prstGeom>
          <a:noFill/>
          <a:ln w="27940">
            <a:solidFill>
              <a:srgbClr val="EA6A1A"/>
            </a:solidFill>
            <a:prstDash val="solid"/>
            <a:tailEnd type="triangle"/>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28600"/>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Tools / GitHub</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11</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GitHub는 코드를 보관하고 변경 이력을 남기는 문서고다.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문서고와 결재선</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GitHub 쉽게 이해하기</a:t>
            </a:r>
            <a:endParaRPr lang="en-US" sz="2900" dirty="0"/>
          </a:p>
        </p:txBody>
      </p:sp>
      <p:sp>
        <p:nvSpPr>
          <p:cNvPr id="215" name="Shape 213"/>
          <p:cNvSpPr/>
          <p:nvPr/>
        </p:nvSpPr>
        <p:spPr>
          <a:xfrm>
            <a:off x="749808" y="1920240"/>
            <a:ext cx="1371600" cy="1389888"/>
          </a:xfrm>
          <a:prstGeom prst="roundRect">
            <a:avLst>
              <a:gd name="adj" fmla="val 4000"/>
            </a:avLst>
          </a:prstGeom>
          <a:solidFill>
            <a:srgbClr val="FCE5D3"/>
          </a:solidFill>
          <a:ln w="15240">
            <a:solidFill>
              <a:srgbClr val="EA6A1A"/>
            </a:solidFill>
            <a:prstDash val="solid"/>
          </a:ln>
        </p:spPr>
      </p:sp>
      <p:sp>
        <p:nvSpPr>
          <p:cNvPr id="216" name="Shape 214"/>
          <p:cNvSpPr/>
          <p:nvPr/>
        </p:nvSpPr>
        <p:spPr>
          <a:xfrm>
            <a:off x="859536" y="2029968"/>
            <a:ext cx="1078992" cy="310896"/>
          </a:xfrm>
          <a:prstGeom prst="rect">
            <a:avLst/>
          </a:prstGeom>
          <a:solidFill>
            <a:srgbClr val="EA6A1A"/>
          </a:solidFill>
          <a:ln w="12700">
            <a:solidFill>
              <a:srgbClr val="EA6A1A"/>
            </a:solidFill>
            <a:prstDash val="solid"/>
          </a:ln>
        </p:spPr>
      </p:sp>
      <p:sp>
        <p:nvSpPr>
          <p:cNvPr id="217" name="Text 215"/>
          <p:cNvSpPr/>
          <p:nvPr/>
        </p:nvSpPr>
        <p:spPr>
          <a:xfrm>
            <a:off x="932688" y="2084832"/>
            <a:ext cx="932688"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GitHub</a:t>
            </a:r>
            <a:endParaRPr lang="en-US" sz="1050" dirty="0"/>
          </a:p>
        </p:txBody>
      </p:sp>
      <p:sp>
        <p:nvSpPr>
          <p:cNvPr id="218" name="Text 216"/>
          <p:cNvSpPr/>
          <p:nvPr/>
        </p:nvSpPr>
        <p:spPr>
          <a:xfrm>
            <a:off x="950976" y="2450592"/>
            <a:ext cx="969264" cy="694944"/>
          </a:xfrm>
          <a:prstGeom prst="rect">
            <a:avLst/>
          </a:prstGeom>
          <a:noFill/>
          <a:ln/>
        </p:spPr>
        <p:txBody>
          <a:bodyPr wrap="square" lIns="635" tIns="635" rIns="635" bIns="635" rtlCol="0" anchor="ctr">
            <a:normAutofit/>
          </a:bodyPr>
          <a:lstStyle/>
          <a:p>
            <a:pPr marL="0" indent="0" algn="ctr">
              <a:lnSpc>
                <a:spcPct val="90000"/>
              </a:lnSpc>
              <a:buNone/>
            </a:pPr>
            <a:r>
              <a:rPr lang="en-US" sz="1070" dirty="0">
                <a:solidFill>
                  <a:srgbClr val="0B1F33"/>
                </a:solidFill>
                <a:latin typeface="Malgun Gothic" pitchFamily="34" charset="0"/>
                <a:ea typeface="Malgun Gothic" pitchFamily="34" charset="-122"/>
                <a:cs typeface="Malgun Gothic" pitchFamily="34" charset="-120"/>
              </a:rPr>
              <a:t>소스코드 문서고</a:t>
            </a:r>
            <a:endParaRPr lang="en-US" sz="1070" dirty="0"/>
          </a:p>
        </p:txBody>
      </p:sp>
      <p:sp>
        <p:nvSpPr>
          <p:cNvPr id="219" name="Shape 217"/>
          <p:cNvSpPr/>
          <p:nvPr/>
        </p:nvSpPr>
        <p:spPr>
          <a:xfrm>
            <a:off x="795528" y="1965960"/>
            <a:ext cx="256032" cy="0"/>
          </a:xfrm>
          <a:prstGeom prst="line">
            <a:avLst/>
          </a:prstGeom>
          <a:noFill/>
          <a:ln w="13970">
            <a:solidFill>
              <a:srgbClr val="EA6A1A"/>
            </a:solidFill>
            <a:prstDash val="solid"/>
          </a:ln>
        </p:spPr>
      </p:sp>
      <p:sp>
        <p:nvSpPr>
          <p:cNvPr id="220" name="Shape 218"/>
          <p:cNvSpPr/>
          <p:nvPr/>
        </p:nvSpPr>
        <p:spPr>
          <a:xfrm>
            <a:off x="795528" y="1965960"/>
            <a:ext cx="0" cy="256032"/>
          </a:xfrm>
          <a:prstGeom prst="line">
            <a:avLst/>
          </a:prstGeom>
          <a:noFill/>
          <a:ln w="13970">
            <a:solidFill>
              <a:srgbClr val="EA6A1A"/>
            </a:solidFill>
            <a:prstDash val="solid"/>
          </a:ln>
        </p:spPr>
      </p:sp>
      <p:sp>
        <p:nvSpPr>
          <p:cNvPr id="221" name="Shape 219"/>
          <p:cNvSpPr/>
          <p:nvPr/>
        </p:nvSpPr>
        <p:spPr>
          <a:xfrm>
            <a:off x="2075688" y="1965960"/>
            <a:ext cx="0" cy="0"/>
          </a:xfrm>
          <a:prstGeom prst="line">
            <a:avLst/>
          </a:prstGeom>
          <a:noFill/>
          <a:ln w="13970">
            <a:solidFill>
              <a:srgbClr val="EA6A1A"/>
            </a:solidFill>
            <a:prstDash val="solid"/>
          </a:ln>
        </p:spPr>
      </p:sp>
      <p:sp>
        <p:nvSpPr>
          <p:cNvPr id="222" name="Shape 220"/>
          <p:cNvSpPr/>
          <p:nvPr/>
        </p:nvSpPr>
        <p:spPr>
          <a:xfrm>
            <a:off x="2075688" y="1965960"/>
            <a:ext cx="0" cy="256032"/>
          </a:xfrm>
          <a:prstGeom prst="line">
            <a:avLst/>
          </a:prstGeom>
          <a:noFill/>
          <a:ln w="13970">
            <a:solidFill>
              <a:srgbClr val="EA6A1A"/>
            </a:solidFill>
            <a:prstDash val="solid"/>
          </a:ln>
        </p:spPr>
      </p:sp>
      <p:sp>
        <p:nvSpPr>
          <p:cNvPr id="223" name="Shape 221"/>
          <p:cNvSpPr/>
          <p:nvPr/>
        </p:nvSpPr>
        <p:spPr>
          <a:xfrm>
            <a:off x="795528" y="3264408"/>
            <a:ext cx="256032" cy="0"/>
          </a:xfrm>
          <a:prstGeom prst="line">
            <a:avLst/>
          </a:prstGeom>
          <a:noFill/>
          <a:ln w="13970">
            <a:solidFill>
              <a:srgbClr val="EA6A1A"/>
            </a:solidFill>
            <a:prstDash val="solid"/>
          </a:ln>
        </p:spPr>
      </p:sp>
      <p:sp>
        <p:nvSpPr>
          <p:cNvPr id="224" name="Shape 222"/>
          <p:cNvSpPr/>
          <p:nvPr/>
        </p:nvSpPr>
        <p:spPr>
          <a:xfrm>
            <a:off x="795528" y="3264408"/>
            <a:ext cx="0" cy="0"/>
          </a:xfrm>
          <a:prstGeom prst="line">
            <a:avLst/>
          </a:prstGeom>
          <a:noFill/>
          <a:ln w="13970">
            <a:solidFill>
              <a:srgbClr val="EA6A1A"/>
            </a:solidFill>
            <a:prstDash val="solid"/>
          </a:ln>
        </p:spPr>
      </p:sp>
      <p:sp>
        <p:nvSpPr>
          <p:cNvPr id="225" name="Shape 223"/>
          <p:cNvSpPr/>
          <p:nvPr/>
        </p:nvSpPr>
        <p:spPr>
          <a:xfrm>
            <a:off x="2075688" y="3264408"/>
            <a:ext cx="0" cy="0"/>
          </a:xfrm>
          <a:prstGeom prst="line">
            <a:avLst/>
          </a:prstGeom>
          <a:noFill/>
          <a:ln w="13970">
            <a:solidFill>
              <a:srgbClr val="EA6A1A"/>
            </a:solidFill>
            <a:prstDash val="solid"/>
          </a:ln>
        </p:spPr>
      </p:sp>
      <p:sp>
        <p:nvSpPr>
          <p:cNvPr id="226" name="Shape 224"/>
          <p:cNvSpPr/>
          <p:nvPr/>
        </p:nvSpPr>
        <p:spPr>
          <a:xfrm>
            <a:off x="2075688" y="3264408"/>
            <a:ext cx="0" cy="0"/>
          </a:xfrm>
          <a:prstGeom prst="line">
            <a:avLst/>
          </a:prstGeom>
          <a:noFill/>
          <a:ln w="13970">
            <a:solidFill>
              <a:srgbClr val="EA6A1A"/>
            </a:solidFill>
            <a:prstDash val="solid"/>
          </a:ln>
        </p:spPr>
      </p:sp>
      <p:sp>
        <p:nvSpPr>
          <p:cNvPr id="227" name="Shape 225"/>
          <p:cNvSpPr/>
          <p:nvPr/>
        </p:nvSpPr>
        <p:spPr>
          <a:xfrm>
            <a:off x="2121408" y="2615184"/>
            <a:ext cx="228600" cy="0"/>
          </a:xfrm>
          <a:prstGeom prst="line">
            <a:avLst/>
          </a:prstGeom>
          <a:noFill/>
          <a:ln w="12700">
            <a:solidFill>
              <a:srgbClr val="657484"/>
            </a:solidFill>
            <a:prstDash val="solid"/>
            <a:tailEnd type="triangle"/>
          </a:ln>
        </p:spPr>
      </p:sp>
      <p:sp>
        <p:nvSpPr>
          <p:cNvPr id="228" name="Shape 226"/>
          <p:cNvSpPr/>
          <p:nvPr/>
        </p:nvSpPr>
        <p:spPr>
          <a:xfrm>
            <a:off x="2423160" y="1920240"/>
            <a:ext cx="1371600" cy="1389888"/>
          </a:xfrm>
          <a:prstGeom prst="roundRect">
            <a:avLst>
              <a:gd name="adj" fmla="val 4000"/>
            </a:avLst>
          </a:prstGeom>
          <a:solidFill>
            <a:srgbClr val="FFFFFF"/>
          </a:solidFill>
          <a:ln w="15240">
            <a:solidFill>
              <a:srgbClr val="256B9A"/>
            </a:solidFill>
            <a:prstDash val="solid"/>
          </a:ln>
        </p:spPr>
      </p:sp>
      <p:sp>
        <p:nvSpPr>
          <p:cNvPr id="229" name="Shape 227"/>
          <p:cNvSpPr/>
          <p:nvPr/>
        </p:nvSpPr>
        <p:spPr>
          <a:xfrm>
            <a:off x="2532888" y="2029968"/>
            <a:ext cx="1078992" cy="310896"/>
          </a:xfrm>
          <a:prstGeom prst="rect">
            <a:avLst/>
          </a:prstGeom>
          <a:solidFill>
            <a:srgbClr val="256B9A"/>
          </a:solidFill>
          <a:ln w="12700">
            <a:solidFill>
              <a:srgbClr val="256B9A"/>
            </a:solidFill>
            <a:prstDash val="solid"/>
          </a:ln>
        </p:spPr>
      </p:sp>
      <p:sp>
        <p:nvSpPr>
          <p:cNvPr id="230" name="Text 228"/>
          <p:cNvSpPr/>
          <p:nvPr/>
        </p:nvSpPr>
        <p:spPr>
          <a:xfrm>
            <a:off x="2606040" y="2084832"/>
            <a:ext cx="932688"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Git</a:t>
            </a:r>
            <a:endParaRPr lang="en-US" sz="1050" dirty="0"/>
          </a:p>
        </p:txBody>
      </p:sp>
      <p:sp>
        <p:nvSpPr>
          <p:cNvPr id="231" name="Text 229"/>
          <p:cNvSpPr/>
          <p:nvPr/>
        </p:nvSpPr>
        <p:spPr>
          <a:xfrm>
            <a:off x="2624328" y="2450592"/>
            <a:ext cx="969264" cy="694944"/>
          </a:xfrm>
          <a:prstGeom prst="rect">
            <a:avLst/>
          </a:prstGeom>
          <a:noFill/>
          <a:ln/>
        </p:spPr>
        <p:txBody>
          <a:bodyPr wrap="square" lIns="635" tIns="635" rIns="635" bIns="635" rtlCol="0" anchor="ctr">
            <a:normAutofit/>
          </a:bodyPr>
          <a:lstStyle/>
          <a:p>
            <a:pPr marL="0" indent="0" algn="ctr">
              <a:lnSpc>
                <a:spcPct val="90000"/>
              </a:lnSpc>
              <a:buNone/>
            </a:pPr>
            <a:r>
              <a:rPr lang="en-US" sz="1070" dirty="0">
                <a:solidFill>
                  <a:srgbClr val="0B1F33"/>
                </a:solidFill>
                <a:latin typeface="Malgun Gothic" pitchFamily="34" charset="0"/>
                <a:ea typeface="Malgun Gothic" pitchFamily="34" charset="-122"/>
                <a:cs typeface="Malgun Gothic" pitchFamily="34" charset="-120"/>
              </a:rPr>
              <a:t>변경 이력 관리 도구</a:t>
            </a:r>
            <a:endParaRPr lang="en-US" sz="1070" dirty="0"/>
          </a:p>
        </p:txBody>
      </p:sp>
      <p:sp>
        <p:nvSpPr>
          <p:cNvPr id="232" name="Shape 230"/>
          <p:cNvSpPr/>
          <p:nvPr/>
        </p:nvSpPr>
        <p:spPr>
          <a:xfrm>
            <a:off x="2468880" y="1965960"/>
            <a:ext cx="256032" cy="0"/>
          </a:xfrm>
          <a:prstGeom prst="line">
            <a:avLst/>
          </a:prstGeom>
          <a:noFill/>
          <a:ln w="13970">
            <a:solidFill>
              <a:srgbClr val="256B9A"/>
            </a:solidFill>
            <a:prstDash val="solid"/>
          </a:ln>
        </p:spPr>
      </p:sp>
      <p:sp>
        <p:nvSpPr>
          <p:cNvPr id="233" name="Shape 231"/>
          <p:cNvSpPr/>
          <p:nvPr/>
        </p:nvSpPr>
        <p:spPr>
          <a:xfrm>
            <a:off x="2468880" y="1965960"/>
            <a:ext cx="0" cy="256032"/>
          </a:xfrm>
          <a:prstGeom prst="line">
            <a:avLst/>
          </a:prstGeom>
          <a:noFill/>
          <a:ln w="13970">
            <a:solidFill>
              <a:srgbClr val="256B9A"/>
            </a:solidFill>
            <a:prstDash val="solid"/>
          </a:ln>
        </p:spPr>
      </p:sp>
      <p:sp>
        <p:nvSpPr>
          <p:cNvPr id="234" name="Shape 232"/>
          <p:cNvSpPr/>
          <p:nvPr/>
        </p:nvSpPr>
        <p:spPr>
          <a:xfrm>
            <a:off x="3749040" y="1965960"/>
            <a:ext cx="0" cy="0"/>
          </a:xfrm>
          <a:prstGeom prst="line">
            <a:avLst/>
          </a:prstGeom>
          <a:noFill/>
          <a:ln w="13970">
            <a:solidFill>
              <a:srgbClr val="256B9A"/>
            </a:solidFill>
            <a:prstDash val="solid"/>
          </a:ln>
        </p:spPr>
      </p:sp>
      <p:sp>
        <p:nvSpPr>
          <p:cNvPr id="235" name="Shape 233"/>
          <p:cNvSpPr/>
          <p:nvPr/>
        </p:nvSpPr>
        <p:spPr>
          <a:xfrm>
            <a:off x="3749040" y="1965960"/>
            <a:ext cx="0" cy="256032"/>
          </a:xfrm>
          <a:prstGeom prst="line">
            <a:avLst/>
          </a:prstGeom>
          <a:noFill/>
          <a:ln w="13970">
            <a:solidFill>
              <a:srgbClr val="256B9A"/>
            </a:solidFill>
            <a:prstDash val="solid"/>
          </a:ln>
        </p:spPr>
      </p:sp>
      <p:sp>
        <p:nvSpPr>
          <p:cNvPr id="236" name="Shape 234"/>
          <p:cNvSpPr/>
          <p:nvPr/>
        </p:nvSpPr>
        <p:spPr>
          <a:xfrm>
            <a:off x="2468880" y="3264408"/>
            <a:ext cx="256032" cy="0"/>
          </a:xfrm>
          <a:prstGeom prst="line">
            <a:avLst/>
          </a:prstGeom>
          <a:noFill/>
          <a:ln w="13970">
            <a:solidFill>
              <a:srgbClr val="256B9A"/>
            </a:solidFill>
            <a:prstDash val="solid"/>
          </a:ln>
        </p:spPr>
      </p:sp>
      <p:sp>
        <p:nvSpPr>
          <p:cNvPr id="237" name="Shape 235"/>
          <p:cNvSpPr/>
          <p:nvPr/>
        </p:nvSpPr>
        <p:spPr>
          <a:xfrm>
            <a:off x="2468880" y="3264408"/>
            <a:ext cx="0" cy="0"/>
          </a:xfrm>
          <a:prstGeom prst="line">
            <a:avLst/>
          </a:prstGeom>
          <a:noFill/>
          <a:ln w="13970">
            <a:solidFill>
              <a:srgbClr val="256B9A"/>
            </a:solidFill>
            <a:prstDash val="solid"/>
          </a:ln>
        </p:spPr>
      </p:sp>
      <p:sp>
        <p:nvSpPr>
          <p:cNvPr id="238" name="Shape 236"/>
          <p:cNvSpPr/>
          <p:nvPr/>
        </p:nvSpPr>
        <p:spPr>
          <a:xfrm>
            <a:off x="3749040" y="3264408"/>
            <a:ext cx="0" cy="0"/>
          </a:xfrm>
          <a:prstGeom prst="line">
            <a:avLst/>
          </a:prstGeom>
          <a:noFill/>
          <a:ln w="13970">
            <a:solidFill>
              <a:srgbClr val="256B9A"/>
            </a:solidFill>
            <a:prstDash val="solid"/>
          </a:ln>
        </p:spPr>
      </p:sp>
      <p:sp>
        <p:nvSpPr>
          <p:cNvPr id="239" name="Shape 237"/>
          <p:cNvSpPr/>
          <p:nvPr/>
        </p:nvSpPr>
        <p:spPr>
          <a:xfrm>
            <a:off x="3749040" y="3264408"/>
            <a:ext cx="0" cy="0"/>
          </a:xfrm>
          <a:prstGeom prst="line">
            <a:avLst/>
          </a:prstGeom>
          <a:noFill/>
          <a:ln w="13970">
            <a:solidFill>
              <a:srgbClr val="256B9A"/>
            </a:solidFill>
            <a:prstDash val="solid"/>
          </a:ln>
        </p:spPr>
      </p:sp>
      <p:sp>
        <p:nvSpPr>
          <p:cNvPr id="240" name="Shape 238"/>
          <p:cNvSpPr/>
          <p:nvPr/>
        </p:nvSpPr>
        <p:spPr>
          <a:xfrm>
            <a:off x="3794760" y="2615184"/>
            <a:ext cx="228600" cy="0"/>
          </a:xfrm>
          <a:prstGeom prst="line">
            <a:avLst/>
          </a:prstGeom>
          <a:noFill/>
          <a:ln w="12700">
            <a:solidFill>
              <a:srgbClr val="657484"/>
            </a:solidFill>
            <a:prstDash val="solid"/>
            <a:tailEnd type="triangle"/>
          </a:ln>
        </p:spPr>
      </p:sp>
      <p:sp>
        <p:nvSpPr>
          <p:cNvPr id="241" name="Shape 239"/>
          <p:cNvSpPr/>
          <p:nvPr/>
        </p:nvSpPr>
        <p:spPr>
          <a:xfrm>
            <a:off x="4096512" y="1920240"/>
            <a:ext cx="1371600" cy="1389888"/>
          </a:xfrm>
          <a:prstGeom prst="roundRect">
            <a:avLst>
              <a:gd name="adj" fmla="val 4000"/>
            </a:avLst>
          </a:prstGeom>
          <a:solidFill>
            <a:srgbClr val="FCE5D3"/>
          </a:solidFill>
          <a:ln w="15240">
            <a:solidFill>
              <a:srgbClr val="EA6A1A"/>
            </a:solidFill>
            <a:prstDash val="solid"/>
          </a:ln>
        </p:spPr>
      </p:sp>
      <p:sp>
        <p:nvSpPr>
          <p:cNvPr id="242" name="Shape 240"/>
          <p:cNvSpPr/>
          <p:nvPr/>
        </p:nvSpPr>
        <p:spPr>
          <a:xfrm>
            <a:off x="4206240" y="2029968"/>
            <a:ext cx="1078992" cy="310896"/>
          </a:xfrm>
          <a:prstGeom prst="rect">
            <a:avLst/>
          </a:prstGeom>
          <a:solidFill>
            <a:srgbClr val="EA6A1A"/>
          </a:solidFill>
          <a:ln w="12700">
            <a:solidFill>
              <a:srgbClr val="EA6A1A"/>
            </a:solidFill>
            <a:prstDash val="solid"/>
          </a:ln>
        </p:spPr>
      </p:sp>
      <p:sp>
        <p:nvSpPr>
          <p:cNvPr id="243" name="Text 241"/>
          <p:cNvSpPr/>
          <p:nvPr/>
        </p:nvSpPr>
        <p:spPr>
          <a:xfrm>
            <a:off x="4279392" y="2084832"/>
            <a:ext cx="932688"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Repository</a:t>
            </a:r>
            <a:endParaRPr lang="en-US" sz="1050" dirty="0"/>
          </a:p>
        </p:txBody>
      </p:sp>
      <p:sp>
        <p:nvSpPr>
          <p:cNvPr id="244" name="Text 242"/>
          <p:cNvSpPr/>
          <p:nvPr/>
        </p:nvSpPr>
        <p:spPr>
          <a:xfrm>
            <a:off x="4297680" y="2450592"/>
            <a:ext cx="969264" cy="694944"/>
          </a:xfrm>
          <a:prstGeom prst="rect">
            <a:avLst/>
          </a:prstGeom>
          <a:noFill/>
          <a:ln/>
        </p:spPr>
        <p:txBody>
          <a:bodyPr wrap="square" lIns="635" tIns="635" rIns="635" bIns="635" rtlCol="0" anchor="ctr">
            <a:normAutofit/>
          </a:bodyPr>
          <a:lstStyle/>
          <a:p>
            <a:pPr marL="0" indent="0" algn="ctr">
              <a:lnSpc>
                <a:spcPct val="90000"/>
              </a:lnSpc>
              <a:buNone/>
            </a:pPr>
            <a:r>
              <a:rPr lang="en-US" sz="1070" dirty="0">
                <a:solidFill>
                  <a:srgbClr val="0B1F33"/>
                </a:solidFill>
                <a:latin typeface="Malgun Gothic" pitchFamily="34" charset="0"/>
                <a:ea typeface="Malgun Gothic" pitchFamily="34" charset="-122"/>
                <a:cs typeface="Malgun Gothic" pitchFamily="34" charset="-120"/>
              </a:rPr>
              <a:t>프로젝트 보관함</a:t>
            </a:r>
            <a:endParaRPr lang="en-US" sz="1070" dirty="0"/>
          </a:p>
        </p:txBody>
      </p:sp>
      <p:sp>
        <p:nvSpPr>
          <p:cNvPr id="245" name="Shape 243"/>
          <p:cNvSpPr/>
          <p:nvPr/>
        </p:nvSpPr>
        <p:spPr>
          <a:xfrm>
            <a:off x="4142232" y="1965960"/>
            <a:ext cx="256032" cy="0"/>
          </a:xfrm>
          <a:prstGeom prst="line">
            <a:avLst/>
          </a:prstGeom>
          <a:noFill/>
          <a:ln w="13970">
            <a:solidFill>
              <a:srgbClr val="EA6A1A"/>
            </a:solidFill>
            <a:prstDash val="solid"/>
          </a:ln>
        </p:spPr>
      </p:sp>
      <p:sp>
        <p:nvSpPr>
          <p:cNvPr id="246" name="Shape 244"/>
          <p:cNvSpPr/>
          <p:nvPr/>
        </p:nvSpPr>
        <p:spPr>
          <a:xfrm>
            <a:off x="4142232" y="1965960"/>
            <a:ext cx="0" cy="256032"/>
          </a:xfrm>
          <a:prstGeom prst="line">
            <a:avLst/>
          </a:prstGeom>
          <a:noFill/>
          <a:ln w="13970">
            <a:solidFill>
              <a:srgbClr val="EA6A1A"/>
            </a:solidFill>
            <a:prstDash val="solid"/>
          </a:ln>
        </p:spPr>
      </p:sp>
      <p:sp>
        <p:nvSpPr>
          <p:cNvPr id="247" name="Shape 245"/>
          <p:cNvSpPr/>
          <p:nvPr/>
        </p:nvSpPr>
        <p:spPr>
          <a:xfrm>
            <a:off x="5422392" y="1965960"/>
            <a:ext cx="0" cy="0"/>
          </a:xfrm>
          <a:prstGeom prst="line">
            <a:avLst/>
          </a:prstGeom>
          <a:noFill/>
          <a:ln w="13970">
            <a:solidFill>
              <a:srgbClr val="EA6A1A"/>
            </a:solidFill>
            <a:prstDash val="solid"/>
          </a:ln>
        </p:spPr>
      </p:sp>
      <p:sp>
        <p:nvSpPr>
          <p:cNvPr id="248" name="Shape 246"/>
          <p:cNvSpPr/>
          <p:nvPr/>
        </p:nvSpPr>
        <p:spPr>
          <a:xfrm>
            <a:off x="5422392" y="1965960"/>
            <a:ext cx="0" cy="256032"/>
          </a:xfrm>
          <a:prstGeom prst="line">
            <a:avLst/>
          </a:prstGeom>
          <a:noFill/>
          <a:ln w="13970">
            <a:solidFill>
              <a:srgbClr val="EA6A1A"/>
            </a:solidFill>
            <a:prstDash val="solid"/>
          </a:ln>
        </p:spPr>
      </p:sp>
      <p:sp>
        <p:nvSpPr>
          <p:cNvPr id="249" name="Shape 247"/>
          <p:cNvSpPr/>
          <p:nvPr/>
        </p:nvSpPr>
        <p:spPr>
          <a:xfrm>
            <a:off x="4142232" y="3264408"/>
            <a:ext cx="256032" cy="0"/>
          </a:xfrm>
          <a:prstGeom prst="line">
            <a:avLst/>
          </a:prstGeom>
          <a:noFill/>
          <a:ln w="13970">
            <a:solidFill>
              <a:srgbClr val="EA6A1A"/>
            </a:solidFill>
            <a:prstDash val="solid"/>
          </a:ln>
        </p:spPr>
      </p:sp>
      <p:sp>
        <p:nvSpPr>
          <p:cNvPr id="250" name="Shape 248"/>
          <p:cNvSpPr/>
          <p:nvPr/>
        </p:nvSpPr>
        <p:spPr>
          <a:xfrm>
            <a:off x="4142232" y="3264408"/>
            <a:ext cx="0" cy="0"/>
          </a:xfrm>
          <a:prstGeom prst="line">
            <a:avLst/>
          </a:prstGeom>
          <a:noFill/>
          <a:ln w="13970">
            <a:solidFill>
              <a:srgbClr val="EA6A1A"/>
            </a:solidFill>
            <a:prstDash val="solid"/>
          </a:ln>
        </p:spPr>
      </p:sp>
      <p:sp>
        <p:nvSpPr>
          <p:cNvPr id="251" name="Shape 249"/>
          <p:cNvSpPr/>
          <p:nvPr/>
        </p:nvSpPr>
        <p:spPr>
          <a:xfrm>
            <a:off x="5422392" y="3264408"/>
            <a:ext cx="0" cy="0"/>
          </a:xfrm>
          <a:prstGeom prst="line">
            <a:avLst/>
          </a:prstGeom>
          <a:noFill/>
          <a:ln w="13970">
            <a:solidFill>
              <a:srgbClr val="EA6A1A"/>
            </a:solidFill>
            <a:prstDash val="solid"/>
          </a:ln>
        </p:spPr>
      </p:sp>
      <p:sp>
        <p:nvSpPr>
          <p:cNvPr id="252" name="Shape 250"/>
          <p:cNvSpPr/>
          <p:nvPr/>
        </p:nvSpPr>
        <p:spPr>
          <a:xfrm>
            <a:off x="5422392" y="3264408"/>
            <a:ext cx="0" cy="0"/>
          </a:xfrm>
          <a:prstGeom prst="line">
            <a:avLst/>
          </a:prstGeom>
          <a:noFill/>
          <a:ln w="13970">
            <a:solidFill>
              <a:srgbClr val="EA6A1A"/>
            </a:solidFill>
            <a:prstDash val="solid"/>
          </a:ln>
        </p:spPr>
      </p:sp>
      <p:sp>
        <p:nvSpPr>
          <p:cNvPr id="253" name="Shape 251"/>
          <p:cNvSpPr/>
          <p:nvPr/>
        </p:nvSpPr>
        <p:spPr>
          <a:xfrm>
            <a:off x="5468112" y="2615184"/>
            <a:ext cx="228600" cy="0"/>
          </a:xfrm>
          <a:prstGeom prst="line">
            <a:avLst/>
          </a:prstGeom>
          <a:noFill/>
          <a:ln w="12700">
            <a:solidFill>
              <a:srgbClr val="657484"/>
            </a:solidFill>
            <a:prstDash val="solid"/>
            <a:tailEnd type="triangle"/>
          </a:ln>
        </p:spPr>
      </p:sp>
      <p:sp>
        <p:nvSpPr>
          <p:cNvPr id="254" name="Shape 252"/>
          <p:cNvSpPr/>
          <p:nvPr/>
        </p:nvSpPr>
        <p:spPr>
          <a:xfrm>
            <a:off x="5769864" y="1920240"/>
            <a:ext cx="1371600" cy="1389888"/>
          </a:xfrm>
          <a:prstGeom prst="roundRect">
            <a:avLst>
              <a:gd name="adj" fmla="val 4000"/>
            </a:avLst>
          </a:prstGeom>
          <a:solidFill>
            <a:srgbClr val="FFFFFF"/>
          </a:solidFill>
          <a:ln w="15240">
            <a:solidFill>
              <a:srgbClr val="256B9A"/>
            </a:solidFill>
            <a:prstDash val="solid"/>
          </a:ln>
        </p:spPr>
      </p:sp>
      <p:sp>
        <p:nvSpPr>
          <p:cNvPr id="255" name="Shape 253"/>
          <p:cNvSpPr/>
          <p:nvPr/>
        </p:nvSpPr>
        <p:spPr>
          <a:xfrm>
            <a:off x="5879592" y="2029968"/>
            <a:ext cx="1078992" cy="310896"/>
          </a:xfrm>
          <a:prstGeom prst="rect">
            <a:avLst/>
          </a:prstGeom>
          <a:solidFill>
            <a:srgbClr val="256B9A"/>
          </a:solidFill>
          <a:ln w="12700">
            <a:solidFill>
              <a:srgbClr val="256B9A"/>
            </a:solidFill>
            <a:prstDash val="solid"/>
          </a:ln>
        </p:spPr>
      </p:sp>
      <p:sp>
        <p:nvSpPr>
          <p:cNvPr id="256" name="Text 254"/>
          <p:cNvSpPr/>
          <p:nvPr/>
        </p:nvSpPr>
        <p:spPr>
          <a:xfrm>
            <a:off x="5952744" y="2084832"/>
            <a:ext cx="932688"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Commit</a:t>
            </a:r>
            <a:endParaRPr lang="en-US" sz="1050" dirty="0"/>
          </a:p>
        </p:txBody>
      </p:sp>
      <p:sp>
        <p:nvSpPr>
          <p:cNvPr id="257" name="Text 255"/>
          <p:cNvSpPr/>
          <p:nvPr/>
        </p:nvSpPr>
        <p:spPr>
          <a:xfrm>
            <a:off x="5971032" y="2450592"/>
            <a:ext cx="969264" cy="694944"/>
          </a:xfrm>
          <a:prstGeom prst="rect">
            <a:avLst/>
          </a:prstGeom>
          <a:noFill/>
          <a:ln/>
        </p:spPr>
        <p:txBody>
          <a:bodyPr wrap="square" lIns="635" tIns="635" rIns="635" bIns="635" rtlCol="0" anchor="ctr">
            <a:normAutofit/>
          </a:bodyPr>
          <a:lstStyle/>
          <a:p>
            <a:pPr marL="0" indent="0" algn="ctr">
              <a:lnSpc>
                <a:spcPct val="90000"/>
              </a:lnSpc>
              <a:buNone/>
            </a:pPr>
            <a:r>
              <a:rPr lang="en-US" sz="1070" dirty="0">
                <a:solidFill>
                  <a:srgbClr val="0B1F33"/>
                </a:solidFill>
                <a:latin typeface="Malgun Gothic" pitchFamily="34" charset="0"/>
                <a:ea typeface="Malgun Gothic" pitchFamily="34" charset="-122"/>
                <a:cs typeface="Malgun Gothic" pitchFamily="34" charset="-120"/>
              </a:rPr>
              <a:t>지금 상태 저장</a:t>
            </a:r>
            <a:endParaRPr lang="en-US" sz="1070" dirty="0"/>
          </a:p>
        </p:txBody>
      </p:sp>
      <p:sp>
        <p:nvSpPr>
          <p:cNvPr id="258" name="Shape 256"/>
          <p:cNvSpPr/>
          <p:nvPr/>
        </p:nvSpPr>
        <p:spPr>
          <a:xfrm>
            <a:off x="5815584" y="1965960"/>
            <a:ext cx="256032" cy="0"/>
          </a:xfrm>
          <a:prstGeom prst="line">
            <a:avLst/>
          </a:prstGeom>
          <a:noFill/>
          <a:ln w="13970">
            <a:solidFill>
              <a:srgbClr val="256B9A"/>
            </a:solidFill>
            <a:prstDash val="solid"/>
          </a:ln>
        </p:spPr>
      </p:sp>
      <p:sp>
        <p:nvSpPr>
          <p:cNvPr id="259" name="Shape 257"/>
          <p:cNvSpPr/>
          <p:nvPr/>
        </p:nvSpPr>
        <p:spPr>
          <a:xfrm>
            <a:off x="5815584" y="1965960"/>
            <a:ext cx="0" cy="256032"/>
          </a:xfrm>
          <a:prstGeom prst="line">
            <a:avLst/>
          </a:prstGeom>
          <a:noFill/>
          <a:ln w="13970">
            <a:solidFill>
              <a:srgbClr val="256B9A"/>
            </a:solidFill>
            <a:prstDash val="solid"/>
          </a:ln>
        </p:spPr>
      </p:sp>
      <p:sp>
        <p:nvSpPr>
          <p:cNvPr id="260" name="Shape 258"/>
          <p:cNvSpPr/>
          <p:nvPr/>
        </p:nvSpPr>
        <p:spPr>
          <a:xfrm>
            <a:off x="7095744" y="1965960"/>
            <a:ext cx="0" cy="0"/>
          </a:xfrm>
          <a:prstGeom prst="line">
            <a:avLst/>
          </a:prstGeom>
          <a:noFill/>
          <a:ln w="13970">
            <a:solidFill>
              <a:srgbClr val="256B9A"/>
            </a:solidFill>
            <a:prstDash val="solid"/>
          </a:ln>
        </p:spPr>
      </p:sp>
      <p:sp>
        <p:nvSpPr>
          <p:cNvPr id="261" name="Shape 259"/>
          <p:cNvSpPr/>
          <p:nvPr/>
        </p:nvSpPr>
        <p:spPr>
          <a:xfrm>
            <a:off x="7095744" y="1965960"/>
            <a:ext cx="0" cy="256032"/>
          </a:xfrm>
          <a:prstGeom prst="line">
            <a:avLst/>
          </a:prstGeom>
          <a:noFill/>
          <a:ln w="13970">
            <a:solidFill>
              <a:srgbClr val="256B9A"/>
            </a:solidFill>
            <a:prstDash val="solid"/>
          </a:ln>
        </p:spPr>
      </p:sp>
      <p:sp>
        <p:nvSpPr>
          <p:cNvPr id="262" name="Shape 260"/>
          <p:cNvSpPr/>
          <p:nvPr/>
        </p:nvSpPr>
        <p:spPr>
          <a:xfrm>
            <a:off x="5815584" y="3264408"/>
            <a:ext cx="256032" cy="0"/>
          </a:xfrm>
          <a:prstGeom prst="line">
            <a:avLst/>
          </a:prstGeom>
          <a:noFill/>
          <a:ln w="13970">
            <a:solidFill>
              <a:srgbClr val="256B9A"/>
            </a:solidFill>
            <a:prstDash val="solid"/>
          </a:ln>
        </p:spPr>
      </p:sp>
      <p:sp>
        <p:nvSpPr>
          <p:cNvPr id="263" name="Shape 261"/>
          <p:cNvSpPr/>
          <p:nvPr/>
        </p:nvSpPr>
        <p:spPr>
          <a:xfrm>
            <a:off x="5815584" y="3264408"/>
            <a:ext cx="0" cy="0"/>
          </a:xfrm>
          <a:prstGeom prst="line">
            <a:avLst/>
          </a:prstGeom>
          <a:noFill/>
          <a:ln w="13970">
            <a:solidFill>
              <a:srgbClr val="256B9A"/>
            </a:solidFill>
            <a:prstDash val="solid"/>
          </a:ln>
        </p:spPr>
      </p:sp>
      <p:sp>
        <p:nvSpPr>
          <p:cNvPr id="264" name="Shape 262"/>
          <p:cNvSpPr/>
          <p:nvPr/>
        </p:nvSpPr>
        <p:spPr>
          <a:xfrm>
            <a:off x="7095744" y="3264408"/>
            <a:ext cx="0" cy="0"/>
          </a:xfrm>
          <a:prstGeom prst="line">
            <a:avLst/>
          </a:prstGeom>
          <a:noFill/>
          <a:ln w="13970">
            <a:solidFill>
              <a:srgbClr val="256B9A"/>
            </a:solidFill>
            <a:prstDash val="solid"/>
          </a:ln>
        </p:spPr>
      </p:sp>
      <p:sp>
        <p:nvSpPr>
          <p:cNvPr id="265" name="Shape 263"/>
          <p:cNvSpPr/>
          <p:nvPr/>
        </p:nvSpPr>
        <p:spPr>
          <a:xfrm>
            <a:off x="7095744" y="3264408"/>
            <a:ext cx="0" cy="0"/>
          </a:xfrm>
          <a:prstGeom prst="line">
            <a:avLst/>
          </a:prstGeom>
          <a:noFill/>
          <a:ln w="13970">
            <a:solidFill>
              <a:srgbClr val="256B9A"/>
            </a:solidFill>
            <a:prstDash val="solid"/>
          </a:ln>
        </p:spPr>
      </p:sp>
      <p:sp>
        <p:nvSpPr>
          <p:cNvPr id="266" name="Shape 264"/>
          <p:cNvSpPr/>
          <p:nvPr/>
        </p:nvSpPr>
        <p:spPr>
          <a:xfrm>
            <a:off x="7141464" y="2615184"/>
            <a:ext cx="228600" cy="0"/>
          </a:xfrm>
          <a:prstGeom prst="line">
            <a:avLst/>
          </a:prstGeom>
          <a:noFill/>
          <a:ln w="12700">
            <a:solidFill>
              <a:srgbClr val="657484"/>
            </a:solidFill>
            <a:prstDash val="solid"/>
            <a:tailEnd type="triangle"/>
          </a:ln>
        </p:spPr>
      </p:sp>
      <p:sp>
        <p:nvSpPr>
          <p:cNvPr id="267" name="Shape 265"/>
          <p:cNvSpPr/>
          <p:nvPr/>
        </p:nvSpPr>
        <p:spPr>
          <a:xfrm>
            <a:off x="7443216" y="1920240"/>
            <a:ext cx="1371600" cy="1389888"/>
          </a:xfrm>
          <a:prstGeom prst="roundRect">
            <a:avLst>
              <a:gd name="adj" fmla="val 4000"/>
            </a:avLst>
          </a:prstGeom>
          <a:solidFill>
            <a:srgbClr val="FCE5D3"/>
          </a:solidFill>
          <a:ln w="15240">
            <a:solidFill>
              <a:srgbClr val="EA6A1A"/>
            </a:solidFill>
            <a:prstDash val="solid"/>
          </a:ln>
        </p:spPr>
      </p:sp>
      <p:sp>
        <p:nvSpPr>
          <p:cNvPr id="268" name="Shape 266"/>
          <p:cNvSpPr/>
          <p:nvPr/>
        </p:nvSpPr>
        <p:spPr>
          <a:xfrm>
            <a:off x="7552944" y="2029968"/>
            <a:ext cx="1078992" cy="310896"/>
          </a:xfrm>
          <a:prstGeom prst="rect">
            <a:avLst/>
          </a:prstGeom>
          <a:solidFill>
            <a:srgbClr val="EA6A1A"/>
          </a:solidFill>
          <a:ln w="12700">
            <a:solidFill>
              <a:srgbClr val="EA6A1A"/>
            </a:solidFill>
            <a:prstDash val="solid"/>
          </a:ln>
        </p:spPr>
      </p:sp>
      <p:sp>
        <p:nvSpPr>
          <p:cNvPr id="269" name="Text 267"/>
          <p:cNvSpPr/>
          <p:nvPr/>
        </p:nvSpPr>
        <p:spPr>
          <a:xfrm>
            <a:off x="7626096" y="2084832"/>
            <a:ext cx="932688"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Push</a:t>
            </a:r>
            <a:endParaRPr lang="en-US" sz="1050" dirty="0"/>
          </a:p>
        </p:txBody>
      </p:sp>
      <p:sp>
        <p:nvSpPr>
          <p:cNvPr id="270" name="Text 268"/>
          <p:cNvSpPr/>
          <p:nvPr/>
        </p:nvSpPr>
        <p:spPr>
          <a:xfrm>
            <a:off x="7644384" y="2450592"/>
            <a:ext cx="969264" cy="694944"/>
          </a:xfrm>
          <a:prstGeom prst="rect">
            <a:avLst/>
          </a:prstGeom>
          <a:noFill/>
          <a:ln/>
        </p:spPr>
        <p:txBody>
          <a:bodyPr wrap="square" lIns="635" tIns="635" rIns="635" bIns="635" rtlCol="0" anchor="ctr">
            <a:normAutofit/>
          </a:bodyPr>
          <a:lstStyle/>
          <a:p>
            <a:pPr marL="0" indent="0" algn="ctr">
              <a:lnSpc>
                <a:spcPct val="90000"/>
              </a:lnSpc>
              <a:buNone/>
            </a:pPr>
            <a:r>
              <a:rPr lang="en-US" sz="1070" dirty="0">
                <a:solidFill>
                  <a:srgbClr val="0B1F33"/>
                </a:solidFill>
                <a:latin typeface="Malgun Gothic" pitchFamily="34" charset="0"/>
                <a:ea typeface="Malgun Gothic" pitchFamily="34" charset="-122"/>
                <a:cs typeface="Malgun Gothic" pitchFamily="34" charset="-120"/>
              </a:rPr>
              <a:t>문서고에 올리기</a:t>
            </a:r>
            <a:endParaRPr lang="en-US" sz="1070" dirty="0"/>
          </a:p>
        </p:txBody>
      </p:sp>
      <p:sp>
        <p:nvSpPr>
          <p:cNvPr id="271" name="Shape 269"/>
          <p:cNvSpPr/>
          <p:nvPr/>
        </p:nvSpPr>
        <p:spPr>
          <a:xfrm>
            <a:off x="7488936" y="1965960"/>
            <a:ext cx="256032" cy="0"/>
          </a:xfrm>
          <a:prstGeom prst="line">
            <a:avLst/>
          </a:prstGeom>
          <a:noFill/>
          <a:ln w="13970">
            <a:solidFill>
              <a:srgbClr val="EA6A1A"/>
            </a:solidFill>
            <a:prstDash val="solid"/>
          </a:ln>
        </p:spPr>
      </p:sp>
      <p:sp>
        <p:nvSpPr>
          <p:cNvPr id="272" name="Shape 270"/>
          <p:cNvSpPr/>
          <p:nvPr/>
        </p:nvSpPr>
        <p:spPr>
          <a:xfrm>
            <a:off x="7488936" y="1965960"/>
            <a:ext cx="0" cy="256032"/>
          </a:xfrm>
          <a:prstGeom prst="line">
            <a:avLst/>
          </a:prstGeom>
          <a:noFill/>
          <a:ln w="13970">
            <a:solidFill>
              <a:srgbClr val="EA6A1A"/>
            </a:solidFill>
            <a:prstDash val="solid"/>
          </a:ln>
        </p:spPr>
      </p:sp>
      <p:sp>
        <p:nvSpPr>
          <p:cNvPr id="273" name="Shape 271"/>
          <p:cNvSpPr/>
          <p:nvPr/>
        </p:nvSpPr>
        <p:spPr>
          <a:xfrm>
            <a:off x="8769096" y="1965960"/>
            <a:ext cx="0" cy="0"/>
          </a:xfrm>
          <a:prstGeom prst="line">
            <a:avLst/>
          </a:prstGeom>
          <a:noFill/>
          <a:ln w="13970">
            <a:solidFill>
              <a:srgbClr val="EA6A1A"/>
            </a:solidFill>
            <a:prstDash val="solid"/>
          </a:ln>
        </p:spPr>
      </p:sp>
      <p:sp>
        <p:nvSpPr>
          <p:cNvPr id="274" name="Shape 272"/>
          <p:cNvSpPr/>
          <p:nvPr/>
        </p:nvSpPr>
        <p:spPr>
          <a:xfrm>
            <a:off x="8769096" y="1965960"/>
            <a:ext cx="0" cy="256032"/>
          </a:xfrm>
          <a:prstGeom prst="line">
            <a:avLst/>
          </a:prstGeom>
          <a:noFill/>
          <a:ln w="13970">
            <a:solidFill>
              <a:srgbClr val="EA6A1A"/>
            </a:solidFill>
            <a:prstDash val="solid"/>
          </a:ln>
        </p:spPr>
      </p:sp>
      <p:sp>
        <p:nvSpPr>
          <p:cNvPr id="275" name="Shape 273"/>
          <p:cNvSpPr/>
          <p:nvPr/>
        </p:nvSpPr>
        <p:spPr>
          <a:xfrm>
            <a:off x="7488936" y="3264408"/>
            <a:ext cx="256032" cy="0"/>
          </a:xfrm>
          <a:prstGeom prst="line">
            <a:avLst/>
          </a:prstGeom>
          <a:noFill/>
          <a:ln w="13970">
            <a:solidFill>
              <a:srgbClr val="EA6A1A"/>
            </a:solidFill>
            <a:prstDash val="solid"/>
          </a:ln>
        </p:spPr>
      </p:sp>
      <p:sp>
        <p:nvSpPr>
          <p:cNvPr id="276" name="Shape 274"/>
          <p:cNvSpPr/>
          <p:nvPr/>
        </p:nvSpPr>
        <p:spPr>
          <a:xfrm>
            <a:off x="7488936" y="3264408"/>
            <a:ext cx="0" cy="0"/>
          </a:xfrm>
          <a:prstGeom prst="line">
            <a:avLst/>
          </a:prstGeom>
          <a:noFill/>
          <a:ln w="13970">
            <a:solidFill>
              <a:srgbClr val="EA6A1A"/>
            </a:solidFill>
            <a:prstDash val="solid"/>
          </a:ln>
        </p:spPr>
      </p:sp>
      <p:sp>
        <p:nvSpPr>
          <p:cNvPr id="277" name="Shape 275"/>
          <p:cNvSpPr/>
          <p:nvPr/>
        </p:nvSpPr>
        <p:spPr>
          <a:xfrm>
            <a:off x="8769096" y="3264408"/>
            <a:ext cx="0" cy="0"/>
          </a:xfrm>
          <a:prstGeom prst="line">
            <a:avLst/>
          </a:prstGeom>
          <a:noFill/>
          <a:ln w="13970">
            <a:solidFill>
              <a:srgbClr val="EA6A1A"/>
            </a:solidFill>
            <a:prstDash val="solid"/>
          </a:ln>
        </p:spPr>
      </p:sp>
      <p:sp>
        <p:nvSpPr>
          <p:cNvPr id="278" name="Shape 276"/>
          <p:cNvSpPr/>
          <p:nvPr/>
        </p:nvSpPr>
        <p:spPr>
          <a:xfrm>
            <a:off x="8769096" y="3264408"/>
            <a:ext cx="0" cy="0"/>
          </a:xfrm>
          <a:prstGeom prst="line">
            <a:avLst/>
          </a:prstGeom>
          <a:noFill/>
          <a:ln w="13970">
            <a:solidFill>
              <a:srgbClr val="EA6A1A"/>
            </a:solidFill>
            <a:prstDash val="solid"/>
          </a:ln>
        </p:spPr>
      </p:sp>
      <p:sp>
        <p:nvSpPr>
          <p:cNvPr id="279" name="Shape 277"/>
          <p:cNvSpPr/>
          <p:nvPr/>
        </p:nvSpPr>
        <p:spPr>
          <a:xfrm>
            <a:off x="8814816" y="2615184"/>
            <a:ext cx="228600" cy="0"/>
          </a:xfrm>
          <a:prstGeom prst="line">
            <a:avLst/>
          </a:prstGeom>
          <a:noFill/>
          <a:ln w="12700">
            <a:solidFill>
              <a:srgbClr val="657484"/>
            </a:solidFill>
            <a:prstDash val="solid"/>
            <a:tailEnd type="triangle"/>
          </a:ln>
        </p:spPr>
      </p:sp>
      <p:sp>
        <p:nvSpPr>
          <p:cNvPr id="280" name="Shape 278"/>
          <p:cNvSpPr/>
          <p:nvPr/>
        </p:nvSpPr>
        <p:spPr>
          <a:xfrm>
            <a:off x="9116568" y="1920240"/>
            <a:ext cx="1371600" cy="1389888"/>
          </a:xfrm>
          <a:prstGeom prst="roundRect">
            <a:avLst>
              <a:gd name="adj" fmla="val 4000"/>
            </a:avLst>
          </a:prstGeom>
          <a:solidFill>
            <a:srgbClr val="FFFFFF"/>
          </a:solidFill>
          <a:ln w="15240">
            <a:solidFill>
              <a:srgbClr val="256B9A"/>
            </a:solidFill>
            <a:prstDash val="solid"/>
          </a:ln>
        </p:spPr>
      </p:sp>
      <p:sp>
        <p:nvSpPr>
          <p:cNvPr id="281" name="Shape 279"/>
          <p:cNvSpPr/>
          <p:nvPr/>
        </p:nvSpPr>
        <p:spPr>
          <a:xfrm>
            <a:off x="9226296" y="2029968"/>
            <a:ext cx="1078992" cy="310896"/>
          </a:xfrm>
          <a:prstGeom prst="rect">
            <a:avLst/>
          </a:prstGeom>
          <a:solidFill>
            <a:srgbClr val="256B9A"/>
          </a:solidFill>
          <a:ln w="12700">
            <a:solidFill>
              <a:srgbClr val="256B9A"/>
            </a:solidFill>
            <a:prstDash val="solid"/>
          </a:ln>
        </p:spPr>
      </p:sp>
      <p:sp>
        <p:nvSpPr>
          <p:cNvPr id="282" name="Text 280"/>
          <p:cNvSpPr/>
          <p:nvPr/>
        </p:nvSpPr>
        <p:spPr>
          <a:xfrm>
            <a:off x="9299448" y="2084832"/>
            <a:ext cx="932688"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Branch</a:t>
            </a:r>
            <a:endParaRPr lang="en-US" sz="1050" dirty="0"/>
          </a:p>
        </p:txBody>
      </p:sp>
      <p:sp>
        <p:nvSpPr>
          <p:cNvPr id="283" name="Text 281"/>
          <p:cNvSpPr/>
          <p:nvPr/>
        </p:nvSpPr>
        <p:spPr>
          <a:xfrm>
            <a:off x="9317736" y="2450592"/>
            <a:ext cx="969264" cy="694944"/>
          </a:xfrm>
          <a:prstGeom prst="rect">
            <a:avLst/>
          </a:prstGeom>
          <a:noFill/>
          <a:ln/>
        </p:spPr>
        <p:txBody>
          <a:bodyPr wrap="square" lIns="635" tIns="635" rIns="635" bIns="635" rtlCol="0" anchor="ctr">
            <a:normAutofit/>
          </a:bodyPr>
          <a:lstStyle/>
          <a:p>
            <a:pPr marL="0" indent="0" algn="ctr">
              <a:lnSpc>
                <a:spcPct val="90000"/>
              </a:lnSpc>
              <a:buNone/>
            </a:pPr>
            <a:r>
              <a:rPr lang="en-US" sz="1070" dirty="0">
                <a:solidFill>
                  <a:srgbClr val="0B1F33"/>
                </a:solidFill>
                <a:latin typeface="Malgun Gothic" pitchFamily="34" charset="0"/>
                <a:ea typeface="Malgun Gothic" pitchFamily="34" charset="-122"/>
                <a:cs typeface="Malgun Gothic" pitchFamily="34" charset="-120"/>
              </a:rPr>
              <a:t>수정 작업본</a:t>
            </a:r>
            <a:endParaRPr lang="en-US" sz="1070" dirty="0"/>
          </a:p>
        </p:txBody>
      </p:sp>
      <p:sp>
        <p:nvSpPr>
          <p:cNvPr id="284" name="Shape 282"/>
          <p:cNvSpPr/>
          <p:nvPr/>
        </p:nvSpPr>
        <p:spPr>
          <a:xfrm>
            <a:off x="9162288" y="1965960"/>
            <a:ext cx="256032" cy="0"/>
          </a:xfrm>
          <a:prstGeom prst="line">
            <a:avLst/>
          </a:prstGeom>
          <a:noFill/>
          <a:ln w="13970">
            <a:solidFill>
              <a:srgbClr val="256B9A"/>
            </a:solidFill>
            <a:prstDash val="solid"/>
          </a:ln>
        </p:spPr>
      </p:sp>
      <p:sp>
        <p:nvSpPr>
          <p:cNvPr id="285" name="Shape 283"/>
          <p:cNvSpPr/>
          <p:nvPr/>
        </p:nvSpPr>
        <p:spPr>
          <a:xfrm>
            <a:off x="9162288" y="1965960"/>
            <a:ext cx="0" cy="256032"/>
          </a:xfrm>
          <a:prstGeom prst="line">
            <a:avLst/>
          </a:prstGeom>
          <a:noFill/>
          <a:ln w="13970">
            <a:solidFill>
              <a:srgbClr val="256B9A"/>
            </a:solidFill>
            <a:prstDash val="solid"/>
          </a:ln>
        </p:spPr>
      </p:sp>
      <p:sp>
        <p:nvSpPr>
          <p:cNvPr id="286" name="Shape 284"/>
          <p:cNvSpPr/>
          <p:nvPr/>
        </p:nvSpPr>
        <p:spPr>
          <a:xfrm>
            <a:off x="10442448" y="1965960"/>
            <a:ext cx="0" cy="0"/>
          </a:xfrm>
          <a:prstGeom prst="line">
            <a:avLst/>
          </a:prstGeom>
          <a:noFill/>
          <a:ln w="13970">
            <a:solidFill>
              <a:srgbClr val="256B9A"/>
            </a:solidFill>
            <a:prstDash val="solid"/>
          </a:ln>
        </p:spPr>
      </p:sp>
      <p:sp>
        <p:nvSpPr>
          <p:cNvPr id="287" name="Shape 285"/>
          <p:cNvSpPr/>
          <p:nvPr/>
        </p:nvSpPr>
        <p:spPr>
          <a:xfrm>
            <a:off x="10442448" y="1965960"/>
            <a:ext cx="0" cy="256032"/>
          </a:xfrm>
          <a:prstGeom prst="line">
            <a:avLst/>
          </a:prstGeom>
          <a:noFill/>
          <a:ln w="13970">
            <a:solidFill>
              <a:srgbClr val="256B9A"/>
            </a:solidFill>
            <a:prstDash val="solid"/>
          </a:ln>
        </p:spPr>
      </p:sp>
      <p:sp>
        <p:nvSpPr>
          <p:cNvPr id="288" name="Shape 286"/>
          <p:cNvSpPr/>
          <p:nvPr/>
        </p:nvSpPr>
        <p:spPr>
          <a:xfrm>
            <a:off x="9162288" y="3264408"/>
            <a:ext cx="256032" cy="0"/>
          </a:xfrm>
          <a:prstGeom prst="line">
            <a:avLst/>
          </a:prstGeom>
          <a:noFill/>
          <a:ln w="13970">
            <a:solidFill>
              <a:srgbClr val="256B9A"/>
            </a:solidFill>
            <a:prstDash val="solid"/>
          </a:ln>
        </p:spPr>
      </p:sp>
      <p:sp>
        <p:nvSpPr>
          <p:cNvPr id="289" name="Shape 287"/>
          <p:cNvSpPr/>
          <p:nvPr/>
        </p:nvSpPr>
        <p:spPr>
          <a:xfrm>
            <a:off x="9162288" y="3264408"/>
            <a:ext cx="0" cy="0"/>
          </a:xfrm>
          <a:prstGeom prst="line">
            <a:avLst/>
          </a:prstGeom>
          <a:noFill/>
          <a:ln w="13970">
            <a:solidFill>
              <a:srgbClr val="256B9A"/>
            </a:solidFill>
            <a:prstDash val="solid"/>
          </a:ln>
        </p:spPr>
      </p:sp>
      <p:sp>
        <p:nvSpPr>
          <p:cNvPr id="290" name="Shape 288"/>
          <p:cNvSpPr/>
          <p:nvPr/>
        </p:nvSpPr>
        <p:spPr>
          <a:xfrm>
            <a:off x="10442448" y="3264408"/>
            <a:ext cx="0" cy="0"/>
          </a:xfrm>
          <a:prstGeom prst="line">
            <a:avLst/>
          </a:prstGeom>
          <a:noFill/>
          <a:ln w="13970">
            <a:solidFill>
              <a:srgbClr val="256B9A"/>
            </a:solidFill>
            <a:prstDash val="solid"/>
          </a:ln>
        </p:spPr>
      </p:sp>
      <p:sp>
        <p:nvSpPr>
          <p:cNvPr id="291" name="Shape 289"/>
          <p:cNvSpPr/>
          <p:nvPr/>
        </p:nvSpPr>
        <p:spPr>
          <a:xfrm>
            <a:off x="10442448" y="3264408"/>
            <a:ext cx="0" cy="0"/>
          </a:xfrm>
          <a:prstGeom prst="line">
            <a:avLst/>
          </a:prstGeom>
          <a:noFill/>
          <a:ln w="13970">
            <a:solidFill>
              <a:srgbClr val="256B9A"/>
            </a:solidFill>
            <a:prstDash val="solid"/>
          </a:ln>
        </p:spPr>
      </p:sp>
      <p:sp>
        <p:nvSpPr>
          <p:cNvPr id="292" name="Shape 290"/>
          <p:cNvSpPr/>
          <p:nvPr/>
        </p:nvSpPr>
        <p:spPr>
          <a:xfrm>
            <a:off x="10488168" y="2615184"/>
            <a:ext cx="0" cy="0"/>
          </a:xfrm>
          <a:prstGeom prst="line">
            <a:avLst/>
          </a:prstGeom>
          <a:noFill/>
          <a:ln w="12700">
            <a:solidFill>
              <a:srgbClr val="657484"/>
            </a:solidFill>
            <a:prstDash val="solid"/>
            <a:tailEnd type="triangle"/>
          </a:ln>
        </p:spPr>
      </p:sp>
      <p:sp>
        <p:nvSpPr>
          <p:cNvPr id="293" name="Shape 291"/>
          <p:cNvSpPr/>
          <p:nvPr/>
        </p:nvSpPr>
        <p:spPr>
          <a:xfrm>
            <a:off x="10332720" y="1920240"/>
            <a:ext cx="1325880" cy="1389888"/>
          </a:xfrm>
          <a:prstGeom prst="roundRect">
            <a:avLst>
              <a:gd name="adj" fmla="val 4138"/>
            </a:avLst>
          </a:prstGeom>
          <a:solidFill>
            <a:srgbClr val="FCE5D3"/>
          </a:solidFill>
          <a:ln w="15240">
            <a:solidFill>
              <a:srgbClr val="EA6A1A"/>
            </a:solidFill>
            <a:prstDash val="solid"/>
          </a:ln>
        </p:spPr>
      </p:sp>
      <p:sp>
        <p:nvSpPr>
          <p:cNvPr id="294" name="Shape 292"/>
          <p:cNvSpPr/>
          <p:nvPr/>
        </p:nvSpPr>
        <p:spPr>
          <a:xfrm>
            <a:off x="10442448" y="2029968"/>
            <a:ext cx="1078992" cy="310896"/>
          </a:xfrm>
          <a:prstGeom prst="rect">
            <a:avLst/>
          </a:prstGeom>
          <a:solidFill>
            <a:srgbClr val="EA6A1A"/>
          </a:solidFill>
          <a:ln w="12700">
            <a:solidFill>
              <a:srgbClr val="EA6A1A"/>
            </a:solidFill>
            <a:prstDash val="solid"/>
          </a:ln>
        </p:spPr>
      </p:sp>
      <p:sp>
        <p:nvSpPr>
          <p:cNvPr id="295" name="Text 293"/>
          <p:cNvSpPr/>
          <p:nvPr/>
        </p:nvSpPr>
        <p:spPr>
          <a:xfrm>
            <a:off x="10515600" y="2084832"/>
            <a:ext cx="932688"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Pull Request</a:t>
            </a:r>
            <a:endParaRPr lang="en-US" sz="1050" dirty="0"/>
          </a:p>
        </p:txBody>
      </p:sp>
      <p:sp>
        <p:nvSpPr>
          <p:cNvPr id="296" name="Text 294"/>
          <p:cNvSpPr/>
          <p:nvPr/>
        </p:nvSpPr>
        <p:spPr>
          <a:xfrm>
            <a:off x="10533888" y="2450592"/>
            <a:ext cx="923544" cy="694944"/>
          </a:xfrm>
          <a:prstGeom prst="rect">
            <a:avLst/>
          </a:prstGeom>
          <a:noFill/>
          <a:ln/>
        </p:spPr>
        <p:txBody>
          <a:bodyPr wrap="square" lIns="635" tIns="635" rIns="635" bIns="635" rtlCol="0" anchor="ctr">
            <a:normAutofit/>
          </a:bodyPr>
          <a:lstStyle/>
          <a:p>
            <a:pPr marL="0" indent="0" algn="ctr">
              <a:lnSpc>
                <a:spcPct val="90000"/>
              </a:lnSpc>
              <a:buNone/>
            </a:pPr>
            <a:r>
              <a:rPr lang="en-US" sz="1070" dirty="0">
                <a:solidFill>
                  <a:srgbClr val="0B1F33"/>
                </a:solidFill>
                <a:latin typeface="Malgun Gothic" pitchFamily="34" charset="0"/>
                <a:ea typeface="Malgun Gothic" pitchFamily="34" charset="-122"/>
                <a:cs typeface="Malgun Gothic" pitchFamily="34" charset="-120"/>
              </a:rPr>
              <a:t>검토 요청</a:t>
            </a:r>
            <a:endParaRPr lang="en-US" sz="1070" dirty="0"/>
          </a:p>
        </p:txBody>
      </p:sp>
      <p:sp>
        <p:nvSpPr>
          <p:cNvPr id="297" name="Shape 295"/>
          <p:cNvSpPr/>
          <p:nvPr/>
        </p:nvSpPr>
        <p:spPr>
          <a:xfrm>
            <a:off x="10378440" y="1965960"/>
            <a:ext cx="256032" cy="0"/>
          </a:xfrm>
          <a:prstGeom prst="line">
            <a:avLst/>
          </a:prstGeom>
          <a:noFill/>
          <a:ln w="13970">
            <a:solidFill>
              <a:srgbClr val="EA6A1A"/>
            </a:solidFill>
            <a:prstDash val="solid"/>
          </a:ln>
        </p:spPr>
      </p:sp>
      <p:sp>
        <p:nvSpPr>
          <p:cNvPr id="298" name="Shape 296"/>
          <p:cNvSpPr/>
          <p:nvPr/>
        </p:nvSpPr>
        <p:spPr>
          <a:xfrm>
            <a:off x="10378440" y="1965960"/>
            <a:ext cx="0" cy="256032"/>
          </a:xfrm>
          <a:prstGeom prst="line">
            <a:avLst/>
          </a:prstGeom>
          <a:noFill/>
          <a:ln w="13970">
            <a:solidFill>
              <a:srgbClr val="EA6A1A"/>
            </a:solidFill>
            <a:prstDash val="solid"/>
          </a:ln>
        </p:spPr>
      </p:sp>
      <p:sp>
        <p:nvSpPr>
          <p:cNvPr id="299" name="Shape 297"/>
          <p:cNvSpPr/>
          <p:nvPr/>
        </p:nvSpPr>
        <p:spPr>
          <a:xfrm>
            <a:off x="11612880" y="1965960"/>
            <a:ext cx="0" cy="0"/>
          </a:xfrm>
          <a:prstGeom prst="line">
            <a:avLst/>
          </a:prstGeom>
          <a:noFill/>
          <a:ln w="13970">
            <a:solidFill>
              <a:srgbClr val="EA6A1A"/>
            </a:solidFill>
            <a:prstDash val="solid"/>
          </a:ln>
        </p:spPr>
      </p:sp>
      <p:sp>
        <p:nvSpPr>
          <p:cNvPr id="300" name="Shape 298"/>
          <p:cNvSpPr/>
          <p:nvPr/>
        </p:nvSpPr>
        <p:spPr>
          <a:xfrm>
            <a:off x="11612880" y="1965960"/>
            <a:ext cx="0" cy="256032"/>
          </a:xfrm>
          <a:prstGeom prst="line">
            <a:avLst/>
          </a:prstGeom>
          <a:noFill/>
          <a:ln w="13970">
            <a:solidFill>
              <a:srgbClr val="EA6A1A"/>
            </a:solidFill>
            <a:prstDash val="solid"/>
          </a:ln>
        </p:spPr>
      </p:sp>
      <p:sp>
        <p:nvSpPr>
          <p:cNvPr id="301" name="Shape 299"/>
          <p:cNvSpPr/>
          <p:nvPr/>
        </p:nvSpPr>
        <p:spPr>
          <a:xfrm>
            <a:off x="10378440" y="3264408"/>
            <a:ext cx="256032" cy="0"/>
          </a:xfrm>
          <a:prstGeom prst="line">
            <a:avLst/>
          </a:prstGeom>
          <a:noFill/>
          <a:ln w="13970">
            <a:solidFill>
              <a:srgbClr val="EA6A1A"/>
            </a:solidFill>
            <a:prstDash val="solid"/>
          </a:ln>
        </p:spPr>
      </p:sp>
      <p:sp>
        <p:nvSpPr>
          <p:cNvPr id="302" name="Shape 300"/>
          <p:cNvSpPr/>
          <p:nvPr/>
        </p:nvSpPr>
        <p:spPr>
          <a:xfrm>
            <a:off x="10378440" y="3264408"/>
            <a:ext cx="0" cy="0"/>
          </a:xfrm>
          <a:prstGeom prst="line">
            <a:avLst/>
          </a:prstGeom>
          <a:noFill/>
          <a:ln w="13970">
            <a:solidFill>
              <a:srgbClr val="EA6A1A"/>
            </a:solidFill>
            <a:prstDash val="solid"/>
          </a:ln>
        </p:spPr>
      </p:sp>
      <p:sp>
        <p:nvSpPr>
          <p:cNvPr id="303" name="Shape 301"/>
          <p:cNvSpPr/>
          <p:nvPr/>
        </p:nvSpPr>
        <p:spPr>
          <a:xfrm>
            <a:off x="11612880" y="3264408"/>
            <a:ext cx="0" cy="0"/>
          </a:xfrm>
          <a:prstGeom prst="line">
            <a:avLst/>
          </a:prstGeom>
          <a:noFill/>
          <a:ln w="13970">
            <a:solidFill>
              <a:srgbClr val="EA6A1A"/>
            </a:solidFill>
            <a:prstDash val="solid"/>
          </a:ln>
        </p:spPr>
      </p:sp>
      <p:sp>
        <p:nvSpPr>
          <p:cNvPr id="304" name="Shape 302"/>
          <p:cNvSpPr/>
          <p:nvPr/>
        </p:nvSpPr>
        <p:spPr>
          <a:xfrm>
            <a:off x="11612880" y="3264408"/>
            <a:ext cx="0" cy="0"/>
          </a:xfrm>
          <a:prstGeom prst="line">
            <a:avLst/>
          </a:prstGeom>
          <a:noFill/>
          <a:ln w="13970">
            <a:solidFill>
              <a:srgbClr val="EA6A1A"/>
            </a:solidFill>
            <a:prstDash val="solid"/>
          </a:ln>
        </p:spPr>
      </p:sp>
      <p:sp>
        <p:nvSpPr>
          <p:cNvPr id="305" name="Text 303"/>
          <p:cNvSpPr/>
          <p:nvPr/>
        </p:nvSpPr>
        <p:spPr>
          <a:xfrm>
            <a:off x="1005840" y="4498848"/>
            <a:ext cx="10058400" cy="411480"/>
          </a:xfrm>
          <a:prstGeom prst="rect">
            <a:avLst/>
          </a:prstGeom>
          <a:noFill/>
          <a:ln/>
        </p:spPr>
        <p:txBody>
          <a:bodyPr wrap="square" lIns="635" tIns="635" rIns="635" bIns="635" rtlCol="0" anchor="t">
            <a:normAutofit/>
          </a:bodyPr>
          <a:lstStyle/>
          <a:p>
            <a:pPr marL="0" indent="0" algn="ctr">
              <a:lnSpc>
                <a:spcPct val="90000"/>
              </a:lnSpc>
              <a:buNone/>
            </a:pPr>
            <a:r>
              <a:rPr lang="en-US" sz="1800" b="1" dirty="0">
                <a:solidFill>
                  <a:srgbClr val="0B1F33"/>
                </a:solidFill>
                <a:latin typeface="Malgun Gothic" pitchFamily="34" charset="0"/>
                <a:ea typeface="Malgun Gothic" pitchFamily="34" charset="-122"/>
                <a:cs typeface="Malgun Gothic" pitchFamily="34" charset="-120"/>
              </a:rPr>
              <a:t>학교 비유: 원본 문서는 보존하고, 수정본을 만들고, 중간 저장 기록을 남긴 뒤 검토 요청한다.</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Tools / Vercel</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12</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Vercel은 내 컴퓨터의 웹앱을 인터넷 주소로 공개하는 배포 서비스다.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배포</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Vercel 쉽게 이해하기</a:t>
            </a:r>
            <a:endParaRPr lang="en-US" sz="2900" dirty="0"/>
          </a:p>
        </p:txBody>
      </p:sp>
      <p:sp>
        <p:nvSpPr>
          <p:cNvPr id="215" name="Shape 213"/>
          <p:cNvSpPr/>
          <p:nvPr/>
        </p:nvSpPr>
        <p:spPr>
          <a:xfrm>
            <a:off x="868680" y="1920240"/>
            <a:ext cx="2743200" cy="1645920"/>
          </a:xfrm>
          <a:prstGeom prst="roundRect">
            <a:avLst>
              <a:gd name="adj" fmla="val 3333"/>
            </a:avLst>
          </a:prstGeom>
          <a:solidFill>
            <a:srgbClr val="EFF7FC"/>
          </a:solidFill>
          <a:ln w="15240">
            <a:solidFill>
              <a:srgbClr val="256B9A"/>
            </a:solidFill>
            <a:prstDash val="solid"/>
          </a:ln>
        </p:spPr>
      </p:sp>
      <p:sp>
        <p:nvSpPr>
          <p:cNvPr id="216" name="Shape 214"/>
          <p:cNvSpPr/>
          <p:nvPr/>
        </p:nvSpPr>
        <p:spPr>
          <a:xfrm>
            <a:off x="978408" y="2029968"/>
            <a:ext cx="1508760" cy="310896"/>
          </a:xfrm>
          <a:prstGeom prst="rect">
            <a:avLst/>
          </a:prstGeom>
          <a:solidFill>
            <a:srgbClr val="256B9A"/>
          </a:solidFill>
          <a:ln w="12700">
            <a:solidFill>
              <a:srgbClr val="256B9A"/>
            </a:solidFill>
            <a:prstDash val="solid"/>
          </a:ln>
        </p:spPr>
      </p:sp>
      <p:sp>
        <p:nvSpPr>
          <p:cNvPr id="217" name="Text 215"/>
          <p:cNvSpPr/>
          <p:nvPr/>
        </p:nvSpPr>
        <p:spPr>
          <a:xfrm>
            <a:off x="1051560" y="2084832"/>
            <a:ext cx="136245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내 컴퓨터</a:t>
            </a:r>
            <a:endParaRPr lang="en-US" sz="1050" dirty="0"/>
          </a:p>
        </p:txBody>
      </p:sp>
      <p:sp>
        <p:nvSpPr>
          <p:cNvPr id="218" name="Text 216"/>
          <p:cNvSpPr/>
          <p:nvPr/>
        </p:nvSpPr>
        <p:spPr>
          <a:xfrm>
            <a:off x="1069848" y="2450592"/>
            <a:ext cx="2340864" cy="950976"/>
          </a:xfrm>
          <a:prstGeom prst="rect">
            <a:avLst/>
          </a:prstGeom>
          <a:noFill/>
          <a:ln/>
        </p:spPr>
        <p:txBody>
          <a:bodyPr wrap="square" lIns="635" tIns="635" rIns="635" bIns="635" rtlCol="0" anchor="ctr">
            <a:normAutofit/>
          </a:bodyPr>
          <a:lstStyle/>
          <a:p>
            <a:pPr marL="0" indent="0" algn="ctr">
              <a:lnSpc>
                <a:spcPct val="90000"/>
              </a:lnSpc>
              <a:buNone/>
            </a:pPr>
            <a:r>
              <a:rPr lang="en-US" sz="1700" dirty="0">
                <a:solidFill>
                  <a:srgbClr val="0B1F33"/>
                </a:solidFill>
                <a:latin typeface="Malgun Gothic" pitchFamily="34" charset="0"/>
                <a:ea typeface="Malgun Gothic" pitchFamily="34" charset="-122"/>
                <a:cs typeface="Malgun Gothic" pitchFamily="34" charset="-120"/>
              </a:rPr>
              <a:t>나에게만 보이는</a:t>
            </a:r>
            <a:endParaRPr lang="en-US" sz="1700" dirty="0"/>
          </a:p>
          <a:p>
            <a:pPr marL="0" indent="0" algn="ctr">
              <a:lnSpc>
                <a:spcPct val="90000"/>
              </a:lnSpc>
              <a:buNone/>
            </a:pPr>
            <a:r>
              <a:rPr lang="en-US" sz="1700" dirty="0">
                <a:solidFill>
                  <a:srgbClr val="0B1F33"/>
                </a:solidFill>
                <a:latin typeface="Malgun Gothic" pitchFamily="34" charset="0"/>
                <a:ea typeface="Malgun Gothic" pitchFamily="34" charset="-122"/>
                <a:cs typeface="Malgun Gothic" pitchFamily="34" charset="-120"/>
              </a:rPr>
              <a:t>개발 화면</a:t>
            </a:r>
            <a:endParaRPr lang="en-US" sz="1700" dirty="0"/>
          </a:p>
        </p:txBody>
      </p:sp>
      <p:sp>
        <p:nvSpPr>
          <p:cNvPr id="219" name="Shape 217"/>
          <p:cNvSpPr/>
          <p:nvPr/>
        </p:nvSpPr>
        <p:spPr>
          <a:xfrm>
            <a:off x="914400" y="1965960"/>
            <a:ext cx="256032" cy="0"/>
          </a:xfrm>
          <a:prstGeom prst="line">
            <a:avLst/>
          </a:prstGeom>
          <a:noFill/>
          <a:ln w="13970">
            <a:solidFill>
              <a:srgbClr val="256B9A"/>
            </a:solidFill>
            <a:prstDash val="solid"/>
          </a:ln>
        </p:spPr>
      </p:sp>
      <p:sp>
        <p:nvSpPr>
          <p:cNvPr id="220" name="Shape 218"/>
          <p:cNvSpPr/>
          <p:nvPr/>
        </p:nvSpPr>
        <p:spPr>
          <a:xfrm>
            <a:off x="914400" y="1965960"/>
            <a:ext cx="0" cy="256032"/>
          </a:xfrm>
          <a:prstGeom prst="line">
            <a:avLst/>
          </a:prstGeom>
          <a:noFill/>
          <a:ln w="13970">
            <a:solidFill>
              <a:srgbClr val="256B9A"/>
            </a:solidFill>
            <a:prstDash val="solid"/>
          </a:ln>
        </p:spPr>
      </p:sp>
      <p:sp>
        <p:nvSpPr>
          <p:cNvPr id="221" name="Shape 219"/>
          <p:cNvSpPr/>
          <p:nvPr/>
        </p:nvSpPr>
        <p:spPr>
          <a:xfrm>
            <a:off x="3566160" y="1965960"/>
            <a:ext cx="0" cy="0"/>
          </a:xfrm>
          <a:prstGeom prst="line">
            <a:avLst/>
          </a:prstGeom>
          <a:noFill/>
          <a:ln w="13970">
            <a:solidFill>
              <a:srgbClr val="256B9A"/>
            </a:solidFill>
            <a:prstDash val="solid"/>
          </a:ln>
        </p:spPr>
      </p:sp>
      <p:sp>
        <p:nvSpPr>
          <p:cNvPr id="222" name="Shape 220"/>
          <p:cNvSpPr/>
          <p:nvPr/>
        </p:nvSpPr>
        <p:spPr>
          <a:xfrm>
            <a:off x="3566160" y="1965960"/>
            <a:ext cx="0" cy="256032"/>
          </a:xfrm>
          <a:prstGeom prst="line">
            <a:avLst/>
          </a:prstGeom>
          <a:noFill/>
          <a:ln w="13970">
            <a:solidFill>
              <a:srgbClr val="256B9A"/>
            </a:solidFill>
            <a:prstDash val="solid"/>
          </a:ln>
        </p:spPr>
      </p:sp>
      <p:sp>
        <p:nvSpPr>
          <p:cNvPr id="223" name="Shape 221"/>
          <p:cNvSpPr/>
          <p:nvPr/>
        </p:nvSpPr>
        <p:spPr>
          <a:xfrm>
            <a:off x="914400" y="3520440"/>
            <a:ext cx="256032" cy="0"/>
          </a:xfrm>
          <a:prstGeom prst="line">
            <a:avLst/>
          </a:prstGeom>
          <a:noFill/>
          <a:ln w="13970">
            <a:solidFill>
              <a:srgbClr val="256B9A"/>
            </a:solidFill>
            <a:prstDash val="solid"/>
          </a:ln>
        </p:spPr>
      </p:sp>
      <p:sp>
        <p:nvSpPr>
          <p:cNvPr id="224" name="Shape 222"/>
          <p:cNvSpPr/>
          <p:nvPr/>
        </p:nvSpPr>
        <p:spPr>
          <a:xfrm>
            <a:off x="914400" y="3520440"/>
            <a:ext cx="0" cy="0"/>
          </a:xfrm>
          <a:prstGeom prst="line">
            <a:avLst/>
          </a:prstGeom>
          <a:noFill/>
          <a:ln w="13970">
            <a:solidFill>
              <a:srgbClr val="256B9A"/>
            </a:solidFill>
            <a:prstDash val="solid"/>
          </a:ln>
        </p:spPr>
      </p:sp>
      <p:sp>
        <p:nvSpPr>
          <p:cNvPr id="225" name="Shape 223"/>
          <p:cNvSpPr/>
          <p:nvPr/>
        </p:nvSpPr>
        <p:spPr>
          <a:xfrm>
            <a:off x="3566160" y="3520440"/>
            <a:ext cx="0" cy="0"/>
          </a:xfrm>
          <a:prstGeom prst="line">
            <a:avLst/>
          </a:prstGeom>
          <a:noFill/>
          <a:ln w="13970">
            <a:solidFill>
              <a:srgbClr val="256B9A"/>
            </a:solidFill>
            <a:prstDash val="solid"/>
          </a:ln>
        </p:spPr>
      </p:sp>
      <p:sp>
        <p:nvSpPr>
          <p:cNvPr id="226" name="Shape 224"/>
          <p:cNvSpPr/>
          <p:nvPr/>
        </p:nvSpPr>
        <p:spPr>
          <a:xfrm>
            <a:off x="3566160" y="3520440"/>
            <a:ext cx="0" cy="0"/>
          </a:xfrm>
          <a:prstGeom prst="line">
            <a:avLst/>
          </a:prstGeom>
          <a:noFill/>
          <a:ln w="13970">
            <a:solidFill>
              <a:srgbClr val="256B9A"/>
            </a:solidFill>
            <a:prstDash val="solid"/>
          </a:ln>
        </p:spPr>
      </p:sp>
      <p:sp>
        <p:nvSpPr>
          <p:cNvPr id="227" name="Shape 225"/>
          <p:cNvSpPr/>
          <p:nvPr/>
        </p:nvSpPr>
        <p:spPr>
          <a:xfrm>
            <a:off x="3886200" y="2542032"/>
            <a:ext cx="914400" cy="420624"/>
          </a:xfrm>
          <a:prstGeom prst="rightArrow">
            <a:avLst/>
          </a:prstGeom>
          <a:solidFill>
            <a:srgbClr val="EA6A1A"/>
          </a:solidFill>
          <a:ln w="12700">
            <a:solidFill>
              <a:srgbClr val="EA6A1A"/>
            </a:solidFill>
            <a:prstDash val="solid"/>
          </a:ln>
        </p:spPr>
      </p:sp>
      <p:sp>
        <p:nvSpPr>
          <p:cNvPr id="228" name="Shape 226"/>
          <p:cNvSpPr/>
          <p:nvPr/>
        </p:nvSpPr>
        <p:spPr>
          <a:xfrm>
            <a:off x="5138928" y="1828800"/>
            <a:ext cx="2331720" cy="1783080"/>
          </a:xfrm>
          <a:prstGeom prst="roundRect">
            <a:avLst>
              <a:gd name="adj" fmla="val 3077"/>
            </a:avLst>
          </a:prstGeom>
          <a:solidFill>
            <a:srgbClr val="FFFFFF"/>
          </a:solidFill>
          <a:ln w="15240">
            <a:solidFill>
              <a:srgbClr val="153A5B"/>
            </a:solidFill>
            <a:prstDash val="solid"/>
          </a:ln>
        </p:spPr>
      </p:sp>
      <p:sp>
        <p:nvSpPr>
          <p:cNvPr id="229" name="Shape 227"/>
          <p:cNvSpPr/>
          <p:nvPr/>
        </p:nvSpPr>
        <p:spPr>
          <a:xfrm>
            <a:off x="5248656" y="1938528"/>
            <a:ext cx="1508760" cy="310896"/>
          </a:xfrm>
          <a:prstGeom prst="rect">
            <a:avLst/>
          </a:prstGeom>
          <a:solidFill>
            <a:srgbClr val="153A5B"/>
          </a:solidFill>
          <a:ln w="12700">
            <a:solidFill>
              <a:srgbClr val="153A5B"/>
            </a:solidFill>
            <a:prstDash val="solid"/>
          </a:ln>
        </p:spPr>
      </p:sp>
      <p:sp>
        <p:nvSpPr>
          <p:cNvPr id="230" name="Text 228"/>
          <p:cNvSpPr/>
          <p:nvPr/>
        </p:nvSpPr>
        <p:spPr>
          <a:xfrm>
            <a:off x="5321808" y="1993392"/>
            <a:ext cx="136245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GitHub</a:t>
            </a:r>
            <a:endParaRPr lang="en-US" sz="1050" dirty="0"/>
          </a:p>
        </p:txBody>
      </p:sp>
      <p:sp>
        <p:nvSpPr>
          <p:cNvPr id="231" name="Text 229"/>
          <p:cNvSpPr/>
          <p:nvPr/>
        </p:nvSpPr>
        <p:spPr>
          <a:xfrm>
            <a:off x="5340096" y="2359152"/>
            <a:ext cx="1929384" cy="1088136"/>
          </a:xfrm>
          <a:prstGeom prst="rect">
            <a:avLst/>
          </a:prstGeom>
          <a:noFill/>
          <a:ln/>
        </p:spPr>
        <p:txBody>
          <a:bodyPr wrap="square" lIns="635" tIns="635" rIns="635" bIns="635" rtlCol="0" anchor="ctr">
            <a:normAutofit/>
          </a:bodyPr>
          <a:lstStyle/>
          <a:p>
            <a:pPr marL="0" indent="0" algn="ctr">
              <a:lnSpc>
                <a:spcPct val="90000"/>
              </a:lnSpc>
              <a:buNone/>
            </a:pPr>
            <a:r>
              <a:rPr lang="en-US" sz="1500" dirty="0">
                <a:solidFill>
                  <a:srgbClr val="0B1F33"/>
                </a:solidFill>
                <a:latin typeface="Malgun Gothic" pitchFamily="34" charset="0"/>
                <a:ea typeface="Malgun Gothic" pitchFamily="34" charset="-122"/>
                <a:cs typeface="Malgun Gothic" pitchFamily="34" charset="-120"/>
              </a:rPr>
              <a:t>프로젝트 저장소</a:t>
            </a:r>
            <a:endParaRPr lang="en-US" sz="1500" dirty="0"/>
          </a:p>
          <a:p>
            <a:pPr marL="0" indent="0" algn="ctr">
              <a:lnSpc>
                <a:spcPct val="90000"/>
              </a:lnSpc>
              <a:buNone/>
            </a:pPr>
            <a:r>
              <a:rPr lang="en-US" sz="1500" dirty="0">
                <a:solidFill>
                  <a:srgbClr val="0B1F33"/>
                </a:solidFill>
                <a:latin typeface="Malgun Gothic" pitchFamily="34" charset="0"/>
                <a:ea typeface="Malgun Gothic" pitchFamily="34" charset="-122"/>
                <a:cs typeface="Malgun Gothic" pitchFamily="34" charset="-120"/>
              </a:rPr>
              <a:t>자동 배포 연결</a:t>
            </a:r>
            <a:endParaRPr lang="en-US" sz="1500" dirty="0"/>
          </a:p>
        </p:txBody>
      </p:sp>
      <p:sp>
        <p:nvSpPr>
          <p:cNvPr id="232" name="Shape 230"/>
          <p:cNvSpPr/>
          <p:nvPr/>
        </p:nvSpPr>
        <p:spPr>
          <a:xfrm>
            <a:off x="5184648" y="1874520"/>
            <a:ext cx="256032" cy="0"/>
          </a:xfrm>
          <a:prstGeom prst="line">
            <a:avLst/>
          </a:prstGeom>
          <a:noFill/>
          <a:ln w="13970">
            <a:solidFill>
              <a:srgbClr val="153A5B"/>
            </a:solidFill>
            <a:prstDash val="solid"/>
          </a:ln>
        </p:spPr>
      </p:sp>
      <p:sp>
        <p:nvSpPr>
          <p:cNvPr id="233" name="Shape 231"/>
          <p:cNvSpPr/>
          <p:nvPr/>
        </p:nvSpPr>
        <p:spPr>
          <a:xfrm>
            <a:off x="5184648" y="1874520"/>
            <a:ext cx="0" cy="256032"/>
          </a:xfrm>
          <a:prstGeom prst="line">
            <a:avLst/>
          </a:prstGeom>
          <a:noFill/>
          <a:ln w="13970">
            <a:solidFill>
              <a:srgbClr val="153A5B"/>
            </a:solidFill>
            <a:prstDash val="solid"/>
          </a:ln>
        </p:spPr>
      </p:sp>
      <p:sp>
        <p:nvSpPr>
          <p:cNvPr id="234" name="Shape 232"/>
          <p:cNvSpPr/>
          <p:nvPr/>
        </p:nvSpPr>
        <p:spPr>
          <a:xfrm>
            <a:off x="7424928" y="1874520"/>
            <a:ext cx="0" cy="0"/>
          </a:xfrm>
          <a:prstGeom prst="line">
            <a:avLst/>
          </a:prstGeom>
          <a:noFill/>
          <a:ln w="13970">
            <a:solidFill>
              <a:srgbClr val="153A5B"/>
            </a:solidFill>
            <a:prstDash val="solid"/>
          </a:ln>
        </p:spPr>
      </p:sp>
      <p:sp>
        <p:nvSpPr>
          <p:cNvPr id="235" name="Shape 233"/>
          <p:cNvSpPr/>
          <p:nvPr/>
        </p:nvSpPr>
        <p:spPr>
          <a:xfrm>
            <a:off x="7424928" y="1874520"/>
            <a:ext cx="0" cy="256032"/>
          </a:xfrm>
          <a:prstGeom prst="line">
            <a:avLst/>
          </a:prstGeom>
          <a:noFill/>
          <a:ln w="13970">
            <a:solidFill>
              <a:srgbClr val="153A5B"/>
            </a:solidFill>
            <a:prstDash val="solid"/>
          </a:ln>
        </p:spPr>
      </p:sp>
      <p:sp>
        <p:nvSpPr>
          <p:cNvPr id="236" name="Shape 234"/>
          <p:cNvSpPr/>
          <p:nvPr/>
        </p:nvSpPr>
        <p:spPr>
          <a:xfrm>
            <a:off x="5184648" y="3566160"/>
            <a:ext cx="256032" cy="0"/>
          </a:xfrm>
          <a:prstGeom prst="line">
            <a:avLst/>
          </a:prstGeom>
          <a:noFill/>
          <a:ln w="13970">
            <a:solidFill>
              <a:srgbClr val="153A5B"/>
            </a:solidFill>
            <a:prstDash val="solid"/>
          </a:ln>
        </p:spPr>
      </p:sp>
      <p:sp>
        <p:nvSpPr>
          <p:cNvPr id="237" name="Shape 235"/>
          <p:cNvSpPr/>
          <p:nvPr/>
        </p:nvSpPr>
        <p:spPr>
          <a:xfrm>
            <a:off x="5184648" y="3566160"/>
            <a:ext cx="0" cy="0"/>
          </a:xfrm>
          <a:prstGeom prst="line">
            <a:avLst/>
          </a:prstGeom>
          <a:noFill/>
          <a:ln w="13970">
            <a:solidFill>
              <a:srgbClr val="153A5B"/>
            </a:solidFill>
            <a:prstDash val="solid"/>
          </a:ln>
        </p:spPr>
      </p:sp>
      <p:sp>
        <p:nvSpPr>
          <p:cNvPr id="238" name="Shape 236"/>
          <p:cNvSpPr/>
          <p:nvPr/>
        </p:nvSpPr>
        <p:spPr>
          <a:xfrm>
            <a:off x="7424928" y="3566160"/>
            <a:ext cx="0" cy="0"/>
          </a:xfrm>
          <a:prstGeom prst="line">
            <a:avLst/>
          </a:prstGeom>
          <a:noFill/>
          <a:ln w="13970">
            <a:solidFill>
              <a:srgbClr val="153A5B"/>
            </a:solidFill>
            <a:prstDash val="solid"/>
          </a:ln>
        </p:spPr>
      </p:sp>
      <p:sp>
        <p:nvSpPr>
          <p:cNvPr id="239" name="Shape 237"/>
          <p:cNvSpPr/>
          <p:nvPr/>
        </p:nvSpPr>
        <p:spPr>
          <a:xfrm>
            <a:off x="7424928" y="3566160"/>
            <a:ext cx="0" cy="0"/>
          </a:xfrm>
          <a:prstGeom prst="line">
            <a:avLst/>
          </a:prstGeom>
          <a:noFill/>
          <a:ln w="13970">
            <a:solidFill>
              <a:srgbClr val="153A5B"/>
            </a:solidFill>
            <a:prstDash val="solid"/>
          </a:ln>
        </p:spPr>
      </p:sp>
      <p:sp>
        <p:nvSpPr>
          <p:cNvPr id="240" name="Shape 238"/>
          <p:cNvSpPr/>
          <p:nvPr/>
        </p:nvSpPr>
        <p:spPr>
          <a:xfrm>
            <a:off x="7744968" y="2542032"/>
            <a:ext cx="914400" cy="420624"/>
          </a:xfrm>
          <a:prstGeom prst="rightArrow">
            <a:avLst/>
          </a:prstGeom>
          <a:solidFill>
            <a:srgbClr val="EA6A1A"/>
          </a:solidFill>
          <a:ln w="12700">
            <a:solidFill>
              <a:srgbClr val="EA6A1A"/>
            </a:solidFill>
            <a:prstDash val="solid"/>
          </a:ln>
        </p:spPr>
      </p:sp>
      <p:sp>
        <p:nvSpPr>
          <p:cNvPr id="241" name="Shape 239"/>
          <p:cNvSpPr/>
          <p:nvPr/>
        </p:nvSpPr>
        <p:spPr>
          <a:xfrm>
            <a:off x="8979408" y="1920240"/>
            <a:ext cx="2331720" cy="1645920"/>
          </a:xfrm>
          <a:prstGeom prst="roundRect">
            <a:avLst>
              <a:gd name="adj" fmla="val 3333"/>
            </a:avLst>
          </a:prstGeom>
          <a:solidFill>
            <a:srgbClr val="FCE5D3"/>
          </a:solidFill>
          <a:ln w="15240">
            <a:solidFill>
              <a:srgbClr val="EA6A1A"/>
            </a:solidFill>
            <a:prstDash val="solid"/>
          </a:ln>
        </p:spPr>
      </p:sp>
      <p:sp>
        <p:nvSpPr>
          <p:cNvPr id="242" name="Shape 240"/>
          <p:cNvSpPr/>
          <p:nvPr/>
        </p:nvSpPr>
        <p:spPr>
          <a:xfrm>
            <a:off x="9089136" y="2029968"/>
            <a:ext cx="1508760" cy="310896"/>
          </a:xfrm>
          <a:prstGeom prst="rect">
            <a:avLst/>
          </a:prstGeom>
          <a:solidFill>
            <a:srgbClr val="EA6A1A"/>
          </a:solidFill>
          <a:ln w="12700">
            <a:solidFill>
              <a:srgbClr val="EA6A1A"/>
            </a:solidFill>
            <a:prstDash val="solid"/>
          </a:ln>
        </p:spPr>
      </p:sp>
      <p:sp>
        <p:nvSpPr>
          <p:cNvPr id="243" name="Text 241"/>
          <p:cNvSpPr/>
          <p:nvPr/>
        </p:nvSpPr>
        <p:spPr>
          <a:xfrm>
            <a:off x="9162288" y="2084832"/>
            <a:ext cx="136245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Vercel</a:t>
            </a:r>
            <a:endParaRPr lang="en-US" sz="1050" dirty="0"/>
          </a:p>
        </p:txBody>
      </p:sp>
      <p:sp>
        <p:nvSpPr>
          <p:cNvPr id="244" name="Text 242"/>
          <p:cNvSpPr/>
          <p:nvPr/>
        </p:nvSpPr>
        <p:spPr>
          <a:xfrm>
            <a:off x="9180576" y="2450592"/>
            <a:ext cx="1929384" cy="950976"/>
          </a:xfrm>
          <a:prstGeom prst="rect">
            <a:avLst/>
          </a:prstGeom>
          <a:noFill/>
          <a:ln/>
        </p:spPr>
        <p:txBody>
          <a:bodyPr wrap="square" lIns="635" tIns="635" rIns="635" bIns="635" rtlCol="0" anchor="ctr">
            <a:normAutofit/>
          </a:bodyPr>
          <a:lstStyle/>
          <a:p>
            <a:pPr marL="0" indent="0" algn="ctr">
              <a:lnSpc>
                <a:spcPct val="90000"/>
              </a:lnSpc>
              <a:buNone/>
            </a:pPr>
            <a:r>
              <a:rPr lang="en-US" sz="1600" dirty="0">
                <a:solidFill>
                  <a:srgbClr val="0B1F33"/>
                </a:solidFill>
                <a:latin typeface="Malgun Gothic" pitchFamily="34" charset="0"/>
                <a:ea typeface="Malgun Gothic" pitchFamily="34" charset="-122"/>
                <a:cs typeface="Malgun Gothic" pitchFamily="34" charset="-120"/>
              </a:rPr>
              <a:t>인터넷 주소로</a:t>
            </a:r>
            <a:endParaRPr lang="en-US" sz="1600" dirty="0"/>
          </a:p>
          <a:p>
            <a:pPr marL="0" indent="0" algn="ctr">
              <a:lnSpc>
                <a:spcPct val="90000"/>
              </a:lnSpc>
              <a:buNone/>
            </a:pPr>
            <a:r>
              <a:rPr lang="en-US" sz="1600" dirty="0">
                <a:solidFill>
                  <a:srgbClr val="0B1F33"/>
                </a:solidFill>
                <a:latin typeface="Malgun Gothic" pitchFamily="34" charset="0"/>
                <a:ea typeface="Malgun Gothic" pitchFamily="34" charset="-122"/>
                <a:cs typeface="Malgun Gothic" pitchFamily="34" charset="-120"/>
              </a:rPr>
              <a:t>다른 사람도 접속</a:t>
            </a:r>
            <a:endParaRPr lang="en-US" sz="1600" dirty="0"/>
          </a:p>
        </p:txBody>
      </p:sp>
      <p:sp>
        <p:nvSpPr>
          <p:cNvPr id="245" name="Shape 243"/>
          <p:cNvSpPr/>
          <p:nvPr/>
        </p:nvSpPr>
        <p:spPr>
          <a:xfrm>
            <a:off x="9025128" y="1965960"/>
            <a:ext cx="256032" cy="0"/>
          </a:xfrm>
          <a:prstGeom prst="line">
            <a:avLst/>
          </a:prstGeom>
          <a:noFill/>
          <a:ln w="13970">
            <a:solidFill>
              <a:srgbClr val="EA6A1A"/>
            </a:solidFill>
            <a:prstDash val="solid"/>
          </a:ln>
        </p:spPr>
      </p:sp>
      <p:sp>
        <p:nvSpPr>
          <p:cNvPr id="246" name="Shape 244"/>
          <p:cNvSpPr/>
          <p:nvPr/>
        </p:nvSpPr>
        <p:spPr>
          <a:xfrm>
            <a:off x="9025128" y="1965960"/>
            <a:ext cx="0" cy="256032"/>
          </a:xfrm>
          <a:prstGeom prst="line">
            <a:avLst/>
          </a:prstGeom>
          <a:noFill/>
          <a:ln w="13970">
            <a:solidFill>
              <a:srgbClr val="EA6A1A"/>
            </a:solidFill>
            <a:prstDash val="solid"/>
          </a:ln>
        </p:spPr>
      </p:sp>
      <p:sp>
        <p:nvSpPr>
          <p:cNvPr id="247" name="Shape 245"/>
          <p:cNvSpPr/>
          <p:nvPr/>
        </p:nvSpPr>
        <p:spPr>
          <a:xfrm>
            <a:off x="11265408" y="1965960"/>
            <a:ext cx="0" cy="0"/>
          </a:xfrm>
          <a:prstGeom prst="line">
            <a:avLst/>
          </a:prstGeom>
          <a:noFill/>
          <a:ln w="13970">
            <a:solidFill>
              <a:srgbClr val="EA6A1A"/>
            </a:solidFill>
            <a:prstDash val="solid"/>
          </a:ln>
        </p:spPr>
      </p:sp>
      <p:sp>
        <p:nvSpPr>
          <p:cNvPr id="248" name="Shape 246"/>
          <p:cNvSpPr/>
          <p:nvPr/>
        </p:nvSpPr>
        <p:spPr>
          <a:xfrm>
            <a:off x="11265408" y="1965960"/>
            <a:ext cx="0" cy="256032"/>
          </a:xfrm>
          <a:prstGeom prst="line">
            <a:avLst/>
          </a:prstGeom>
          <a:noFill/>
          <a:ln w="13970">
            <a:solidFill>
              <a:srgbClr val="EA6A1A"/>
            </a:solidFill>
            <a:prstDash val="solid"/>
          </a:ln>
        </p:spPr>
      </p:sp>
      <p:sp>
        <p:nvSpPr>
          <p:cNvPr id="249" name="Shape 247"/>
          <p:cNvSpPr/>
          <p:nvPr/>
        </p:nvSpPr>
        <p:spPr>
          <a:xfrm>
            <a:off x="9025128" y="3520440"/>
            <a:ext cx="256032" cy="0"/>
          </a:xfrm>
          <a:prstGeom prst="line">
            <a:avLst/>
          </a:prstGeom>
          <a:noFill/>
          <a:ln w="13970">
            <a:solidFill>
              <a:srgbClr val="EA6A1A"/>
            </a:solidFill>
            <a:prstDash val="solid"/>
          </a:ln>
        </p:spPr>
      </p:sp>
      <p:sp>
        <p:nvSpPr>
          <p:cNvPr id="250" name="Shape 248"/>
          <p:cNvSpPr/>
          <p:nvPr/>
        </p:nvSpPr>
        <p:spPr>
          <a:xfrm>
            <a:off x="9025128" y="3520440"/>
            <a:ext cx="0" cy="0"/>
          </a:xfrm>
          <a:prstGeom prst="line">
            <a:avLst/>
          </a:prstGeom>
          <a:noFill/>
          <a:ln w="13970">
            <a:solidFill>
              <a:srgbClr val="EA6A1A"/>
            </a:solidFill>
            <a:prstDash val="solid"/>
          </a:ln>
        </p:spPr>
      </p:sp>
      <p:sp>
        <p:nvSpPr>
          <p:cNvPr id="251" name="Shape 249"/>
          <p:cNvSpPr/>
          <p:nvPr/>
        </p:nvSpPr>
        <p:spPr>
          <a:xfrm>
            <a:off x="11265408" y="3520440"/>
            <a:ext cx="0" cy="0"/>
          </a:xfrm>
          <a:prstGeom prst="line">
            <a:avLst/>
          </a:prstGeom>
          <a:noFill/>
          <a:ln w="13970">
            <a:solidFill>
              <a:srgbClr val="EA6A1A"/>
            </a:solidFill>
            <a:prstDash val="solid"/>
          </a:ln>
        </p:spPr>
      </p:sp>
      <p:sp>
        <p:nvSpPr>
          <p:cNvPr id="252" name="Shape 250"/>
          <p:cNvSpPr/>
          <p:nvPr/>
        </p:nvSpPr>
        <p:spPr>
          <a:xfrm>
            <a:off x="11265408" y="3520440"/>
            <a:ext cx="0" cy="0"/>
          </a:xfrm>
          <a:prstGeom prst="line">
            <a:avLst/>
          </a:prstGeom>
          <a:noFill/>
          <a:ln w="13970">
            <a:solidFill>
              <a:srgbClr val="EA6A1A"/>
            </a:solidFill>
            <a:prstDash val="solid"/>
          </a:ln>
        </p:spPr>
      </p:sp>
      <p:sp>
        <p:nvSpPr>
          <p:cNvPr id="253" name="Shape 251"/>
          <p:cNvSpPr/>
          <p:nvPr/>
        </p:nvSpPr>
        <p:spPr>
          <a:xfrm>
            <a:off x="1005840" y="4224528"/>
            <a:ext cx="10058400" cy="310896"/>
          </a:xfrm>
          <a:prstGeom prst="rect">
            <a:avLst/>
          </a:prstGeom>
          <a:solidFill>
            <a:srgbClr val="FFFFFF">
              <a:alpha val="96000"/>
            </a:srgbClr>
          </a:solidFill>
          <a:ln w="7620">
            <a:solidFill>
              <a:srgbClr val="C9D8E4"/>
            </a:solidFill>
            <a:prstDash val="solid"/>
          </a:ln>
        </p:spPr>
      </p:sp>
      <p:sp>
        <p:nvSpPr>
          <p:cNvPr id="254" name="Shape 252"/>
          <p:cNvSpPr/>
          <p:nvPr/>
        </p:nvSpPr>
        <p:spPr>
          <a:xfrm>
            <a:off x="1106424" y="4297680"/>
            <a:ext cx="164592" cy="164592"/>
          </a:xfrm>
          <a:prstGeom prst="rect">
            <a:avLst/>
          </a:prstGeom>
          <a:solidFill>
            <a:srgbClr val="2D8A70"/>
          </a:solidFill>
          <a:ln w="12700">
            <a:solidFill>
              <a:srgbClr val="2D8A70"/>
            </a:solidFill>
            <a:prstDash val="solid"/>
          </a:ln>
        </p:spPr>
      </p:sp>
      <p:sp>
        <p:nvSpPr>
          <p:cNvPr id="255" name="Shape 253"/>
          <p:cNvSpPr/>
          <p:nvPr/>
        </p:nvSpPr>
        <p:spPr>
          <a:xfrm>
            <a:off x="1133856" y="4389120"/>
            <a:ext cx="45720" cy="54864"/>
          </a:xfrm>
          <a:prstGeom prst="line">
            <a:avLst/>
          </a:prstGeom>
          <a:noFill/>
          <a:ln w="15240">
            <a:solidFill>
              <a:srgbClr val="FFFFFF"/>
            </a:solidFill>
            <a:prstDash val="solid"/>
          </a:ln>
        </p:spPr>
      </p:sp>
      <p:sp>
        <p:nvSpPr>
          <p:cNvPr id="256" name="Shape 254"/>
          <p:cNvSpPr/>
          <p:nvPr/>
        </p:nvSpPr>
        <p:spPr>
          <a:xfrm>
            <a:off x="1179576" y="4443984"/>
            <a:ext cx="82296" cy="0"/>
          </a:xfrm>
          <a:prstGeom prst="line">
            <a:avLst/>
          </a:prstGeom>
          <a:noFill/>
          <a:ln w="15240">
            <a:solidFill>
              <a:srgbClr val="FFFFFF"/>
            </a:solidFill>
            <a:prstDash val="solid"/>
          </a:ln>
        </p:spPr>
      </p:sp>
      <p:sp>
        <p:nvSpPr>
          <p:cNvPr id="257" name="Text 255"/>
          <p:cNvSpPr/>
          <p:nvPr/>
        </p:nvSpPr>
        <p:spPr>
          <a:xfrm>
            <a:off x="1353312" y="4288536"/>
            <a:ext cx="9619488" cy="182880"/>
          </a:xfrm>
          <a:prstGeom prst="rect">
            <a:avLst/>
          </a:prstGeom>
          <a:noFill/>
          <a:ln/>
        </p:spPr>
        <p:txBody>
          <a:bodyPr wrap="square" lIns="635" tIns="635" rIns="635" bIns="635" rtlCol="0" anchor="t">
            <a:normAutofit/>
          </a:bodyPr>
          <a:lstStyle/>
          <a:p>
            <a:pPr marL="0" indent="0" algn="l">
              <a:lnSpc>
                <a:spcPct val="90000"/>
              </a:lnSpc>
              <a:buNone/>
            </a:pPr>
            <a:r>
              <a:rPr lang="en-US" sz="1300" dirty="0">
                <a:solidFill>
                  <a:srgbClr val="0B1F33"/>
                </a:solidFill>
                <a:latin typeface="Malgun Gothic" pitchFamily="34" charset="0"/>
                <a:ea typeface="Malgun Gothic" pitchFamily="34" charset="-122"/>
                <a:cs typeface="Malgun Gothic" pitchFamily="34" charset="-120"/>
              </a:rPr>
              <a:t>예시: 연수 질문 게시판, 시설 요청 접수함, 행사 신청 페이지</a:t>
            </a:r>
            <a:endParaRPr lang="en-US" sz="1300" dirty="0"/>
          </a:p>
        </p:txBody>
      </p:sp>
      <p:sp>
        <p:nvSpPr>
          <p:cNvPr id="258" name="Shape 256"/>
          <p:cNvSpPr/>
          <p:nvPr/>
        </p:nvSpPr>
        <p:spPr>
          <a:xfrm>
            <a:off x="1005840" y="4608576"/>
            <a:ext cx="10058400" cy="310896"/>
          </a:xfrm>
          <a:prstGeom prst="rect">
            <a:avLst/>
          </a:prstGeom>
          <a:solidFill>
            <a:srgbClr val="EFF7FC">
              <a:alpha val="96000"/>
            </a:srgbClr>
          </a:solidFill>
          <a:ln w="7620">
            <a:solidFill>
              <a:srgbClr val="C9D8E4"/>
            </a:solidFill>
            <a:prstDash val="solid"/>
          </a:ln>
        </p:spPr>
      </p:sp>
      <p:sp>
        <p:nvSpPr>
          <p:cNvPr id="259" name="Shape 257"/>
          <p:cNvSpPr/>
          <p:nvPr/>
        </p:nvSpPr>
        <p:spPr>
          <a:xfrm>
            <a:off x="1106424" y="4681728"/>
            <a:ext cx="164592" cy="164592"/>
          </a:xfrm>
          <a:prstGeom prst="rect">
            <a:avLst/>
          </a:prstGeom>
          <a:solidFill>
            <a:srgbClr val="2D8A70"/>
          </a:solidFill>
          <a:ln w="12700">
            <a:solidFill>
              <a:srgbClr val="2D8A70"/>
            </a:solidFill>
            <a:prstDash val="solid"/>
          </a:ln>
        </p:spPr>
      </p:sp>
      <p:sp>
        <p:nvSpPr>
          <p:cNvPr id="260" name="Shape 258"/>
          <p:cNvSpPr/>
          <p:nvPr/>
        </p:nvSpPr>
        <p:spPr>
          <a:xfrm>
            <a:off x="1133856" y="4773168"/>
            <a:ext cx="45720" cy="54864"/>
          </a:xfrm>
          <a:prstGeom prst="line">
            <a:avLst/>
          </a:prstGeom>
          <a:noFill/>
          <a:ln w="15240">
            <a:solidFill>
              <a:srgbClr val="FFFFFF"/>
            </a:solidFill>
            <a:prstDash val="solid"/>
          </a:ln>
        </p:spPr>
      </p:sp>
      <p:sp>
        <p:nvSpPr>
          <p:cNvPr id="261" name="Shape 259"/>
          <p:cNvSpPr/>
          <p:nvPr/>
        </p:nvSpPr>
        <p:spPr>
          <a:xfrm>
            <a:off x="1179576" y="4828032"/>
            <a:ext cx="82296" cy="0"/>
          </a:xfrm>
          <a:prstGeom prst="line">
            <a:avLst/>
          </a:prstGeom>
          <a:noFill/>
          <a:ln w="15240">
            <a:solidFill>
              <a:srgbClr val="FFFFFF"/>
            </a:solidFill>
            <a:prstDash val="solid"/>
          </a:ln>
        </p:spPr>
      </p:sp>
      <p:sp>
        <p:nvSpPr>
          <p:cNvPr id="262" name="Text 260"/>
          <p:cNvSpPr/>
          <p:nvPr/>
        </p:nvSpPr>
        <p:spPr>
          <a:xfrm>
            <a:off x="1353312" y="4672584"/>
            <a:ext cx="9619488" cy="182880"/>
          </a:xfrm>
          <a:prstGeom prst="rect">
            <a:avLst/>
          </a:prstGeom>
          <a:noFill/>
          <a:ln/>
        </p:spPr>
        <p:txBody>
          <a:bodyPr wrap="square" lIns="635" tIns="635" rIns="635" bIns="635" rtlCol="0" anchor="t">
            <a:normAutofit/>
          </a:bodyPr>
          <a:lstStyle/>
          <a:p>
            <a:pPr marL="0" indent="0" algn="l">
              <a:lnSpc>
                <a:spcPct val="90000"/>
              </a:lnSpc>
              <a:buNone/>
            </a:pPr>
            <a:r>
              <a:rPr lang="en-US" sz="1300" dirty="0">
                <a:solidFill>
                  <a:srgbClr val="0B1F33"/>
                </a:solidFill>
                <a:latin typeface="Malgun Gothic" pitchFamily="34" charset="0"/>
                <a:ea typeface="Malgun Gothic" pitchFamily="34" charset="-122"/>
                <a:cs typeface="Malgun Gothic" pitchFamily="34" charset="-120"/>
              </a:rPr>
              <a:t>공개해도 되는 정보만 배포</a:t>
            </a:r>
            <a:endParaRPr lang="en-US" sz="1300" dirty="0"/>
          </a:p>
        </p:txBody>
      </p:sp>
      <p:sp>
        <p:nvSpPr>
          <p:cNvPr id="263" name="Shape 261"/>
          <p:cNvSpPr/>
          <p:nvPr/>
        </p:nvSpPr>
        <p:spPr>
          <a:xfrm>
            <a:off x="1005840" y="4992624"/>
            <a:ext cx="10058400" cy="310896"/>
          </a:xfrm>
          <a:prstGeom prst="rect">
            <a:avLst/>
          </a:prstGeom>
          <a:solidFill>
            <a:srgbClr val="FFFFFF">
              <a:alpha val="96000"/>
            </a:srgbClr>
          </a:solidFill>
          <a:ln w="7620">
            <a:solidFill>
              <a:srgbClr val="C9D8E4"/>
            </a:solidFill>
            <a:prstDash val="solid"/>
          </a:ln>
        </p:spPr>
      </p:sp>
      <p:sp>
        <p:nvSpPr>
          <p:cNvPr id="264" name="Shape 262"/>
          <p:cNvSpPr/>
          <p:nvPr/>
        </p:nvSpPr>
        <p:spPr>
          <a:xfrm>
            <a:off x="1106424" y="5065776"/>
            <a:ext cx="164592" cy="164592"/>
          </a:xfrm>
          <a:prstGeom prst="rect">
            <a:avLst/>
          </a:prstGeom>
          <a:solidFill>
            <a:srgbClr val="2D8A70"/>
          </a:solidFill>
          <a:ln w="12700">
            <a:solidFill>
              <a:srgbClr val="2D8A70"/>
            </a:solidFill>
            <a:prstDash val="solid"/>
          </a:ln>
        </p:spPr>
      </p:sp>
      <p:sp>
        <p:nvSpPr>
          <p:cNvPr id="265" name="Shape 263"/>
          <p:cNvSpPr/>
          <p:nvPr/>
        </p:nvSpPr>
        <p:spPr>
          <a:xfrm>
            <a:off x="1133856" y="5157216"/>
            <a:ext cx="45720" cy="54864"/>
          </a:xfrm>
          <a:prstGeom prst="line">
            <a:avLst/>
          </a:prstGeom>
          <a:noFill/>
          <a:ln w="15240">
            <a:solidFill>
              <a:srgbClr val="FFFFFF"/>
            </a:solidFill>
            <a:prstDash val="solid"/>
          </a:ln>
        </p:spPr>
      </p:sp>
      <p:sp>
        <p:nvSpPr>
          <p:cNvPr id="266" name="Shape 264"/>
          <p:cNvSpPr/>
          <p:nvPr/>
        </p:nvSpPr>
        <p:spPr>
          <a:xfrm>
            <a:off x="1179576" y="5212080"/>
            <a:ext cx="82296" cy="0"/>
          </a:xfrm>
          <a:prstGeom prst="line">
            <a:avLst/>
          </a:prstGeom>
          <a:noFill/>
          <a:ln w="15240">
            <a:solidFill>
              <a:srgbClr val="FFFFFF"/>
            </a:solidFill>
            <a:prstDash val="solid"/>
          </a:ln>
        </p:spPr>
      </p:sp>
      <p:sp>
        <p:nvSpPr>
          <p:cNvPr id="267" name="Text 265"/>
          <p:cNvSpPr/>
          <p:nvPr/>
        </p:nvSpPr>
        <p:spPr>
          <a:xfrm>
            <a:off x="1353312" y="5056632"/>
            <a:ext cx="9619488" cy="182880"/>
          </a:xfrm>
          <a:prstGeom prst="rect">
            <a:avLst/>
          </a:prstGeom>
          <a:noFill/>
          <a:ln/>
        </p:spPr>
        <p:txBody>
          <a:bodyPr wrap="square" lIns="635" tIns="635" rIns="635" bIns="635" rtlCol="0" anchor="t">
            <a:normAutofit/>
          </a:bodyPr>
          <a:lstStyle/>
          <a:p>
            <a:pPr marL="0" indent="0" algn="l">
              <a:lnSpc>
                <a:spcPct val="90000"/>
              </a:lnSpc>
              <a:buNone/>
            </a:pPr>
            <a:r>
              <a:rPr lang="en-US" sz="1300" dirty="0">
                <a:solidFill>
                  <a:srgbClr val="0B1F33"/>
                </a:solidFill>
                <a:latin typeface="Malgun Gothic" pitchFamily="34" charset="0"/>
                <a:ea typeface="Malgun Gothic" pitchFamily="34" charset="-122"/>
                <a:cs typeface="Malgun Gothic" pitchFamily="34" charset="-120"/>
              </a:rPr>
              <a:t>비밀키는 Vercel Environment Variables에 저장</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Tools / Supabase</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13</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Supabase는 여러 사람이 함께 쓰는 웹앱용 전산 관리대장이다.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공유 데이터베이스</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Supabase 쉽게 이해하기</a:t>
            </a:r>
            <a:endParaRPr lang="en-US" sz="2900" dirty="0"/>
          </a:p>
        </p:txBody>
      </p:sp>
      <p:sp>
        <p:nvSpPr>
          <p:cNvPr id="215" name="Shape 213"/>
          <p:cNvSpPr/>
          <p:nvPr/>
        </p:nvSpPr>
        <p:spPr>
          <a:xfrm>
            <a:off x="960120" y="1828800"/>
            <a:ext cx="2011680" cy="1325880"/>
          </a:xfrm>
          <a:prstGeom prst="can">
            <a:avLst/>
          </a:prstGeom>
          <a:solidFill>
            <a:srgbClr val="D9EEF9"/>
          </a:solidFill>
          <a:ln w="13970">
            <a:solidFill>
              <a:srgbClr val="256B9A"/>
            </a:solidFill>
            <a:prstDash val="solid"/>
          </a:ln>
        </p:spPr>
      </p:sp>
      <p:sp>
        <p:nvSpPr>
          <p:cNvPr id="216" name="Text 214"/>
          <p:cNvSpPr/>
          <p:nvPr/>
        </p:nvSpPr>
        <p:spPr>
          <a:xfrm>
            <a:off x="1005840" y="2266340"/>
            <a:ext cx="1920240" cy="464058"/>
          </a:xfrm>
          <a:prstGeom prst="rect">
            <a:avLst/>
          </a:prstGeom>
          <a:noFill/>
          <a:ln/>
        </p:spPr>
        <p:txBody>
          <a:bodyPr wrap="square" lIns="635" tIns="635" rIns="635" bIns="635" rtlCol="0" anchor="ctr">
            <a:normAutofit/>
          </a:bodyPr>
          <a:lstStyle/>
          <a:p>
            <a:pPr marL="0" indent="0" algn="ctr">
              <a:lnSpc>
                <a:spcPct val="90000"/>
              </a:lnSpc>
              <a:buNone/>
            </a:pPr>
            <a:r>
              <a:rPr lang="en-US" sz="1150" b="1" dirty="0">
                <a:solidFill>
                  <a:srgbClr val="0B1F33"/>
                </a:solidFill>
                <a:latin typeface="Malgun Gothic" pitchFamily="34" charset="0"/>
                <a:ea typeface="Malgun Gothic" pitchFamily="34" charset="-122"/>
                <a:cs typeface="Malgun Gothic" pitchFamily="34" charset="-120"/>
              </a:rPr>
              <a:t>Database</a:t>
            </a:r>
            <a:endParaRPr lang="en-US" sz="1150" dirty="0"/>
          </a:p>
        </p:txBody>
      </p:sp>
      <p:sp>
        <p:nvSpPr>
          <p:cNvPr id="217" name="Shape 215"/>
          <p:cNvSpPr/>
          <p:nvPr/>
        </p:nvSpPr>
        <p:spPr>
          <a:xfrm>
            <a:off x="3337560" y="1828800"/>
            <a:ext cx="2011680" cy="1325880"/>
          </a:xfrm>
          <a:prstGeom prst="can">
            <a:avLst/>
          </a:prstGeom>
          <a:solidFill>
            <a:srgbClr val="E2F4EA"/>
          </a:solidFill>
          <a:ln w="13970">
            <a:solidFill>
              <a:srgbClr val="256B9A"/>
            </a:solidFill>
            <a:prstDash val="solid"/>
          </a:ln>
        </p:spPr>
      </p:sp>
      <p:sp>
        <p:nvSpPr>
          <p:cNvPr id="218" name="Text 216"/>
          <p:cNvSpPr/>
          <p:nvPr/>
        </p:nvSpPr>
        <p:spPr>
          <a:xfrm>
            <a:off x="3383280" y="2266340"/>
            <a:ext cx="1920240" cy="464058"/>
          </a:xfrm>
          <a:prstGeom prst="rect">
            <a:avLst/>
          </a:prstGeom>
          <a:noFill/>
          <a:ln/>
        </p:spPr>
        <p:txBody>
          <a:bodyPr wrap="square" lIns="635" tIns="635" rIns="635" bIns="635" rtlCol="0" anchor="ctr">
            <a:normAutofit/>
          </a:bodyPr>
          <a:lstStyle/>
          <a:p>
            <a:pPr marL="0" indent="0" algn="ctr">
              <a:lnSpc>
                <a:spcPct val="90000"/>
              </a:lnSpc>
              <a:buNone/>
            </a:pPr>
            <a:r>
              <a:rPr lang="en-US" sz="1150" b="1" dirty="0">
                <a:solidFill>
                  <a:srgbClr val="0B1F33"/>
                </a:solidFill>
                <a:latin typeface="Malgun Gothic" pitchFamily="34" charset="0"/>
                <a:ea typeface="Malgun Gothic" pitchFamily="34" charset="-122"/>
                <a:cs typeface="Malgun Gothic" pitchFamily="34" charset="-120"/>
              </a:rPr>
              <a:t>Login/Auth</a:t>
            </a:r>
            <a:endParaRPr lang="en-US" sz="1150" dirty="0"/>
          </a:p>
        </p:txBody>
      </p:sp>
      <p:sp>
        <p:nvSpPr>
          <p:cNvPr id="219" name="Shape 217"/>
          <p:cNvSpPr/>
          <p:nvPr/>
        </p:nvSpPr>
        <p:spPr>
          <a:xfrm>
            <a:off x="5715000" y="1828800"/>
            <a:ext cx="2011680" cy="1325880"/>
          </a:xfrm>
          <a:prstGeom prst="can">
            <a:avLst/>
          </a:prstGeom>
          <a:solidFill>
            <a:srgbClr val="FCE5D3"/>
          </a:solidFill>
          <a:ln w="13970">
            <a:solidFill>
              <a:srgbClr val="256B9A"/>
            </a:solidFill>
            <a:prstDash val="solid"/>
          </a:ln>
        </p:spPr>
      </p:sp>
      <p:sp>
        <p:nvSpPr>
          <p:cNvPr id="220" name="Text 218"/>
          <p:cNvSpPr/>
          <p:nvPr/>
        </p:nvSpPr>
        <p:spPr>
          <a:xfrm>
            <a:off x="5760720" y="2266340"/>
            <a:ext cx="1920240" cy="464058"/>
          </a:xfrm>
          <a:prstGeom prst="rect">
            <a:avLst/>
          </a:prstGeom>
          <a:noFill/>
          <a:ln/>
        </p:spPr>
        <p:txBody>
          <a:bodyPr wrap="square" lIns="635" tIns="635" rIns="635" bIns="635" rtlCol="0" anchor="ctr">
            <a:normAutofit/>
          </a:bodyPr>
          <a:lstStyle/>
          <a:p>
            <a:pPr marL="0" indent="0" algn="ctr">
              <a:lnSpc>
                <a:spcPct val="90000"/>
              </a:lnSpc>
              <a:buNone/>
            </a:pPr>
            <a:r>
              <a:rPr lang="en-US" sz="1150" b="1" dirty="0">
                <a:solidFill>
                  <a:srgbClr val="0B1F33"/>
                </a:solidFill>
                <a:latin typeface="Malgun Gothic" pitchFamily="34" charset="0"/>
                <a:ea typeface="Malgun Gothic" pitchFamily="34" charset="-122"/>
                <a:cs typeface="Malgun Gothic" pitchFamily="34" charset="-120"/>
              </a:rPr>
              <a:t>File Storage</a:t>
            </a:r>
            <a:endParaRPr lang="en-US" sz="1150" dirty="0"/>
          </a:p>
        </p:txBody>
      </p:sp>
      <p:sp>
        <p:nvSpPr>
          <p:cNvPr id="221" name="Shape 219"/>
          <p:cNvSpPr/>
          <p:nvPr/>
        </p:nvSpPr>
        <p:spPr>
          <a:xfrm>
            <a:off x="8092440" y="1828800"/>
            <a:ext cx="2011680" cy="1325880"/>
          </a:xfrm>
          <a:prstGeom prst="can">
            <a:avLst/>
          </a:prstGeom>
          <a:solidFill>
            <a:srgbClr val="D9EEF9"/>
          </a:solidFill>
          <a:ln w="13970">
            <a:solidFill>
              <a:srgbClr val="256B9A"/>
            </a:solidFill>
            <a:prstDash val="solid"/>
          </a:ln>
        </p:spPr>
      </p:sp>
      <p:sp>
        <p:nvSpPr>
          <p:cNvPr id="222" name="Text 220"/>
          <p:cNvSpPr/>
          <p:nvPr/>
        </p:nvSpPr>
        <p:spPr>
          <a:xfrm>
            <a:off x="8138160" y="2266340"/>
            <a:ext cx="1920240" cy="464058"/>
          </a:xfrm>
          <a:prstGeom prst="rect">
            <a:avLst/>
          </a:prstGeom>
          <a:noFill/>
          <a:ln/>
        </p:spPr>
        <p:txBody>
          <a:bodyPr wrap="square" lIns="635" tIns="635" rIns="635" bIns="635" rtlCol="0" anchor="ctr">
            <a:normAutofit/>
          </a:bodyPr>
          <a:lstStyle/>
          <a:p>
            <a:pPr marL="0" indent="0" algn="ctr">
              <a:lnSpc>
                <a:spcPct val="90000"/>
              </a:lnSpc>
              <a:buNone/>
            </a:pPr>
            <a:r>
              <a:rPr lang="en-US" sz="1150" b="1" dirty="0">
                <a:solidFill>
                  <a:srgbClr val="0B1F33"/>
                </a:solidFill>
                <a:latin typeface="Malgun Gothic" pitchFamily="34" charset="0"/>
                <a:ea typeface="Malgun Gothic" pitchFamily="34" charset="-122"/>
                <a:cs typeface="Malgun Gothic" pitchFamily="34" charset="-120"/>
              </a:rPr>
              <a:t>Realtime</a:t>
            </a:r>
            <a:endParaRPr lang="en-US" sz="1150" dirty="0"/>
          </a:p>
        </p:txBody>
      </p:sp>
      <p:sp>
        <p:nvSpPr>
          <p:cNvPr id="223" name="Shape 221"/>
          <p:cNvSpPr/>
          <p:nvPr/>
        </p:nvSpPr>
        <p:spPr>
          <a:xfrm>
            <a:off x="1005840" y="3886200"/>
            <a:ext cx="9921240" cy="1609344"/>
          </a:xfrm>
          <a:prstGeom prst="rect">
            <a:avLst/>
          </a:prstGeom>
          <a:solidFill>
            <a:srgbClr val="FFFFFF">
              <a:alpha val="95000"/>
            </a:srgbClr>
          </a:solidFill>
          <a:ln w="13970">
            <a:solidFill>
              <a:srgbClr val="153A5B"/>
            </a:solidFill>
            <a:prstDash val="solid"/>
          </a:ln>
        </p:spPr>
      </p:sp>
      <p:sp>
        <p:nvSpPr>
          <p:cNvPr id="224" name="Shape 222"/>
          <p:cNvSpPr/>
          <p:nvPr/>
        </p:nvSpPr>
        <p:spPr>
          <a:xfrm>
            <a:off x="1005840" y="3886200"/>
            <a:ext cx="1417320" cy="402336"/>
          </a:xfrm>
          <a:prstGeom prst="rect">
            <a:avLst/>
          </a:prstGeom>
          <a:solidFill>
            <a:srgbClr val="153A5B"/>
          </a:solidFill>
          <a:ln w="6350">
            <a:solidFill>
              <a:srgbClr val="FFFFFF"/>
            </a:solidFill>
            <a:prstDash val="solid"/>
          </a:ln>
        </p:spPr>
      </p:sp>
      <p:sp>
        <p:nvSpPr>
          <p:cNvPr id="225" name="Text 223"/>
          <p:cNvSpPr/>
          <p:nvPr/>
        </p:nvSpPr>
        <p:spPr>
          <a:xfrm>
            <a:off x="1078992" y="4023360"/>
            <a:ext cx="1271016" cy="219456"/>
          </a:xfrm>
          <a:prstGeom prst="rect">
            <a:avLst/>
          </a:prstGeom>
          <a:noFill/>
          <a:ln/>
        </p:spPr>
        <p:txBody>
          <a:bodyPr wrap="square" lIns="635" tIns="635" rIns="635" bIns="635" rtlCol="0" anchor="ctr">
            <a:normAutofit/>
          </a:bodyPr>
          <a:lstStyle/>
          <a:p>
            <a:pPr marL="0" indent="0" algn="ctr">
              <a:lnSpc>
                <a:spcPct val="90000"/>
              </a:lnSpc>
              <a:buNone/>
            </a:pPr>
            <a:r>
              <a:rPr lang="en-US" sz="1240" b="1" dirty="0">
                <a:solidFill>
                  <a:srgbClr val="FFFFFF"/>
                </a:solidFill>
                <a:latin typeface="Malgun Gothic" pitchFamily="34" charset="0"/>
                <a:ea typeface="Malgun Gothic" pitchFamily="34" charset="-122"/>
                <a:cs typeface="Malgun Gothic" pitchFamily="34" charset="-120"/>
              </a:rPr>
              <a:t>구분</a:t>
            </a:r>
            <a:endParaRPr lang="en-US" sz="1240" dirty="0"/>
          </a:p>
        </p:txBody>
      </p:sp>
      <p:sp>
        <p:nvSpPr>
          <p:cNvPr id="226" name="Shape 224"/>
          <p:cNvSpPr/>
          <p:nvPr/>
        </p:nvSpPr>
        <p:spPr>
          <a:xfrm>
            <a:off x="2423160" y="3886200"/>
            <a:ext cx="3886200" cy="402336"/>
          </a:xfrm>
          <a:prstGeom prst="rect">
            <a:avLst/>
          </a:prstGeom>
          <a:solidFill>
            <a:srgbClr val="EA6A1A">
              <a:alpha val="96000"/>
            </a:srgbClr>
          </a:solidFill>
          <a:ln w="6350">
            <a:solidFill>
              <a:srgbClr val="FFFFFF"/>
            </a:solidFill>
            <a:prstDash val="solid"/>
          </a:ln>
        </p:spPr>
      </p:sp>
      <p:sp>
        <p:nvSpPr>
          <p:cNvPr id="227" name="Text 225"/>
          <p:cNvSpPr/>
          <p:nvPr/>
        </p:nvSpPr>
        <p:spPr>
          <a:xfrm>
            <a:off x="2496312" y="4023360"/>
            <a:ext cx="3739896" cy="219456"/>
          </a:xfrm>
          <a:prstGeom prst="rect">
            <a:avLst/>
          </a:prstGeom>
          <a:noFill/>
          <a:ln/>
        </p:spPr>
        <p:txBody>
          <a:bodyPr wrap="square" lIns="635" tIns="635" rIns="635" bIns="635" rtlCol="0" anchor="ctr">
            <a:normAutofit/>
          </a:bodyPr>
          <a:lstStyle/>
          <a:p>
            <a:pPr marL="0" indent="0" algn="ctr">
              <a:lnSpc>
                <a:spcPct val="90000"/>
              </a:lnSpc>
              <a:buNone/>
            </a:pPr>
            <a:r>
              <a:rPr lang="en-US" sz="1240" b="1" dirty="0">
                <a:solidFill>
                  <a:srgbClr val="FFFFFF"/>
                </a:solidFill>
                <a:latin typeface="Malgun Gothic" pitchFamily="34" charset="0"/>
                <a:ea typeface="Malgun Gothic" pitchFamily="34" charset="-122"/>
                <a:cs typeface="Malgun Gothic" pitchFamily="34" charset="-120"/>
              </a:rPr>
              <a:t>localStorage</a:t>
            </a:r>
            <a:endParaRPr lang="en-US" sz="1240" dirty="0"/>
          </a:p>
        </p:txBody>
      </p:sp>
      <p:sp>
        <p:nvSpPr>
          <p:cNvPr id="228" name="Shape 226"/>
          <p:cNvSpPr/>
          <p:nvPr/>
        </p:nvSpPr>
        <p:spPr>
          <a:xfrm>
            <a:off x="6309360" y="3886200"/>
            <a:ext cx="4617720" cy="402336"/>
          </a:xfrm>
          <a:prstGeom prst="rect">
            <a:avLst/>
          </a:prstGeom>
          <a:solidFill>
            <a:srgbClr val="EA6A1A">
              <a:alpha val="96000"/>
            </a:srgbClr>
          </a:solidFill>
          <a:ln w="6350">
            <a:solidFill>
              <a:srgbClr val="FFFFFF"/>
            </a:solidFill>
            <a:prstDash val="solid"/>
          </a:ln>
        </p:spPr>
      </p:sp>
      <p:sp>
        <p:nvSpPr>
          <p:cNvPr id="229" name="Text 227"/>
          <p:cNvSpPr/>
          <p:nvPr/>
        </p:nvSpPr>
        <p:spPr>
          <a:xfrm>
            <a:off x="6382512" y="4023360"/>
            <a:ext cx="4471416" cy="219456"/>
          </a:xfrm>
          <a:prstGeom prst="rect">
            <a:avLst/>
          </a:prstGeom>
          <a:noFill/>
          <a:ln/>
        </p:spPr>
        <p:txBody>
          <a:bodyPr wrap="square" lIns="635" tIns="635" rIns="635" bIns="635" rtlCol="0" anchor="ctr">
            <a:normAutofit/>
          </a:bodyPr>
          <a:lstStyle/>
          <a:p>
            <a:pPr marL="0" indent="0" algn="ctr">
              <a:lnSpc>
                <a:spcPct val="90000"/>
              </a:lnSpc>
              <a:buNone/>
            </a:pPr>
            <a:r>
              <a:rPr lang="en-US" sz="1240" b="1" dirty="0">
                <a:solidFill>
                  <a:srgbClr val="FFFFFF"/>
                </a:solidFill>
                <a:latin typeface="Malgun Gothic" pitchFamily="34" charset="0"/>
                <a:ea typeface="Malgun Gothic" pitchFamily="34" charset="-122"/>
                <a:cs typeface="Malgun Gothic" pitchFamily="34" charset="-120"/>
              </a:rPr>
              <a:t>Supabase</a:t>
            </a:r>
            <a:endParaRPr lang="en-US" sz="1240" dirty="0"/>
          </a:p>
        </p:txBody>
      </p:sp>
      <p:sp>
        <p:nvSpPr>
          <p:cNvPr id="230" name="Shape 228"/>
          <p:cNvSpPr/>
          <p:nvPr/>
        </p:nvSpPr>
        <p:spPr>
          <a:xfrm>
            <a:off x="1005840" y="4288536"/>
            <a:ext cx="1417320" cy="402336"/>
          </a:xfrm>
          <a:prstGeom prst="rect">
            <a:avLst/>
          </a:prstGeom>
          <a:solidFill>
            <a:srgbClr val="FFFFFF">
              <a:alpha val="98000"/>
            </a:srgbClr>
          </a:solidFill>
          <a:ln w="7620">
            <a:solidFill>
              <a:srgbClr val="C9D8E4"/>
            </a:solidFill>
            <a:prstDash val="solid"/>
          </a:ln>
        </p:spPr>
      </p:sp>
      <p:sp>
        <p:nvSpPr>
          <p:cNvPr id="231" name="Text 229"/>
          <p:cNvSpPr/>
          <p:nvPr/>
        </p:nvSpPr>
        <p:spPr>
          <a:xfrm>
            <a:off x="1097280" y="4379976"/>
            <a:ext cx="1234440" cy="237744"/>
          </a:xfrm>
          <a:prstGeom prst="rect">
            <a:avLst/>
          </a:prstGeom>
          <a:noFill/>
          <a:ln/>
        </p:spPr>
        <p:txBody>
          <a:bodyPr wrap="square" lIns="635" tIns="635" rIns="635" bIns="635" rtlCol="0" anchor="ctr">
            <a:normAutofit/>
          </a:bodyPr>
          <a:lstStyle/>
          <a:p>
            <a:pPr marL="0" indent="0" algn="ctr">
              <a:lnSpc>
                <a:spcPct val="90000"/>
              </a:lnSpc>
              <a:buNone/>
            </a:pPr>
            <a:r>
              <a:rPr lang="en-US" sz="1240" b="1" dirty="0">
                <a:solidFill>
                  <a:srgbClr val="2A3844"/>
                </a:solidFill>
                <a:latin typeface="Malgun Gothic" pitchFamily="34" charset="0"/>
                <a:ea typeface="Malgun Gothic" pitchFamily="34" charset="-122"/>
                <a:cs typeface="Malgun Gothic" pitchFamily="34" charset="-120"/>
              </a:rPr>
              <a:t>저장 위치</a:t>
            </a:r>
            <a:endParaRPr lang="en-US" sz="1240" dirty="0"/>
          </a:p>
        </p:txBody>
      </p:sp>
      <p:sp>
        <p:nvSpPr>
          <p:cNvPr id="232" name="Shape 230"/>
          <p:cNvSpPr/>
          <p:nvPr/>
        </p:nvSpPr>
        <p:spPr>
          <a:xfrm>
            <a:off x="2423160" y="4288536"/>
            <a:ext cx="3886200" cy="402336"/>
          </a:xfrm>
          <a:prstGeom prst="rect">
            <a:avLst/>
          </a:prstGeom>
          <a:solidFill>
            <a:srgbClr val="FFFFFF">
              <a:alpha val="98000"/>
            </a:srgbClr>
          </a:solidFill>
          <a:ln w="7620">
            <a:solidFill>
              <a:srgbClr val="C9D8E4"/>
            </a:solidFill>
            <a:prstDash val="solid"/>
          </a:ln>
        </p:spPr>
      </p:sp>
      <p:sp>
        <p:nvSpPr>
          <p:cNvPr id="233" name="Text 231"/>
          <p:cNvSpPr/>
          <p:nvPr/>
        </p:nvSpPr>
        <p:spPr>
          <a:xfrm>
            <a:off x="2514600" y="4379976"/>
            <a:ext cx="3703320" cy="237744"/>
          </a:xfrm>
          <a:prstGeom prst="rect">
            <a:avLst/>
          </a:prstGeom>
          <a:noFill/>
          <a:ln/>
        </p:spPr>
        <p:txBody>
          <a:bodyPr wrap="square" lIns="635" tIns="635" rIns="635" bIns="635" rtlCol="0" anchor="ctr">
            <a:normAutofit/>
          </a:bodyPr>
          <a:lstStyle/>
          <a:p>
            <a:pPr marL="0" indent="0" algn="l">
              <a:lnSpc>
                <a:spcPct val="90000"/>
              </a:lnSpc>
              <a:buNone/>
            </a:pPr>
            <a:r>
              <a:rPr lang="en-US" sz="1240" dirty="0">
                <a:solidFill>
                  <a:srgbClr val="0B1F33"/>
                </a:solidFill>
                <a:latin typeface="Malgun Gothic" pitchFamily="34" charset="0"/>
                <a:ea typeface="Malgun Gothic" pitchFamily="34" charset="-122"/>
                <a:cs typeface="Malgun Gothic" pitchFamily="34" charset="-120"/>
              </a:rPr>
              <a:t>내 브라우저 안</a:t>
            </a:r>
            <a:endParaRPr lang="en-US" sz="1240" dirty="0"/>
          </a:p>
        </p:txBody>
      </p:sp>
      <p:sp>
        <p:nvSpPr>
          <p:cNvPr id="234" name="Shape 232"/>
          <p:cNvSpPr/>
          <p:nvPr/>
        </p:nvSpPr>
        <p:spPr>
          <a:xfrm>
            <a:off x="6309360" y="4288536"/>
            <a:ext cx="4617720" cy="402336"/>
          </a:xfrm>
          <a:prstGeom prst="rect">
            <a:avLst/>
          </a:prstGeom>
          <a:solidFill>
            <a:srgbClr val="FFFFFF">
              <a:alpha val="98000"/>
            </a:srgbClr>
          </a:solidFill>
          <a:ln w="7620">
            <a:solidFill>
              <a:srgbClr val="C9D8E4"/>
            </a:solidFill>
            <a:prstDash val="solid"/>
          </a:ln>
        </p:spPr>
      </p:sp>
      <p:sp>
        <p:nvSpPr>
          <p:cNvPr id="235" name="Text 233"/>
          <p:cNvSpPr/>
          <p:nvPr/>
        </p:nvSpPr>
        <p:spPr>
          <a:xfrm>
            <a:off x="6400800" y="4379976"/>
            <a:ext cx="4434840" cy="237744"/>
          </a:xfrm>
          <a:prstGeom prst="rect">
            <a:avLst/>
          </a:prstGeom>
          <a:noFill/>
          <a:ln/>
        </p:spPr>
        <p:txBody>
          <a:bodyPr wrap="square" lIns="635" tIns="635" rIns="635" bIns="635" rtlCol="0" anchor="ctr">
            <a:normAutofit/>
          </a:bodyPr>
          <a:lstStyle/>
          <a:p>
            <a:pPr marL="0" indent="0" algn="l">
              <a:lnSpc>
                <a:spcPct val="90000"/>
              </a:lnSpc>
              <a:buNone/>
            </a:pPr>
            <a:r>
              <a:rPr lang="en-US" sz="1240" dirty="0">
                <a:solidFill>
                  <a:srgbClr val="0B1F33"/>
                </a:solidFill>
                <a:latin typeface="Malgun Gothic" pitchFamily="34" charset="0"/>
                <a:ea typeface="Malgun Gothic" pitchFamily="34" charset="-122"/>
                <a:cs typeface="Malgun Gothic" pitchFamily="34" charset="-120"/>
              </a:rPr>
              <a:t>공유 서버 DB</a:t>
            </a:r>
            <a:endParaRPr lang="en-US" sz="1240" dirty="0"/>
          </a:p>
        </p:txBody>
      </p:sp>
      <p:sp>
        <p:nvSpPr>
          <p:cNvPr id="236" name="Shape 234"/>
          <p:cNvSpPr/>
          <p:nvPr/>
        </p:nvSpPr>
        <p:spPr>
          <a:xfrm>
            <a:off x="1005840" y="4690872"/>
            <a:ext cx="1417320" cy="402336"/>
          </a:xfrm>
          <a:prstGeom prst="rect">
            <a:avLst/>
          </a:prstGeom>
          <a:solidFill>
            <a:srgbClr val="EFF7FC">
              <a:alpha val="98000"/>
            </a:srgbClr>
          </a:solidFill>
          <a:ln w="7620">
            <a:solidFill>
              <a:srgbClr val="C9D8E4"/>
            </a:solidFill>
            <a:prstDash val="solid"/>
          </a:ln>
        </p:spPr>
      </p:sp>
      <p:sp>
        <p:nvSpPr>
          <p:cNvPr id="237" name="Text 235"/>
          <p:cNvSpPr/>
          <p:nvPr/>
        </p:nvSpPr>
        <p:spPr>
          <a:xfrm>
            <a:off x="1097280" y="4782312"/>
            <a:ext cx="1234440" cy="237744"/>
          </a:xfrm>
          <a:prstGeom prst="rect">
            <a:avLst/>
          </a:prstGeom>
          <a:noFill/>
          <a:ln/>
        </p:spPr>
        <p:txBody>
          <a:bodyPr wrap="square" lIns="635" tIns="635" rIns="635" bIns="635" rtlCol="0" anchor="ctr">
            <a:normAutofit/>
          </a:bodyPr>
          <a:lstStyle/>
          <a:p>
            <a:pPr marL="0" indent="0" algn="ctr">
              <a:lnSpc>
                <a:spcPct val="90000"/>
              </a:lnSpc>
              <a:buNone/>
            </a:pPr>
            <a:r>
              <a:rPr lang="en-US" sz="1240" b="1" dirty="0">
                <a:solidFill>
                  <a:srgbClr val="2A3844"/>
                </a:solidFill>
                <a:latin typeface="Malgun Gothic" pitchFamily="34" charset="0"/>
                <a:ea typeface="Malgun Gothic" pitchFamily="34" charset="-122"/>
                <a:cs typeface="Malgun Gothic" pitchFamily="34" charset="-120"/>
              </a:rPr>
              <a:t>함께 사용</a:t>
            </a:r>
            <a:endParaRPr lang="en-US" sz="1240" dirty="0"/>
          </a:p>
        </p:txBody>
      </p:sp>
      <p:sp>
        <p:nvSpPr>
          <p:cNvPr id="238" name="Shape 236"/>
          <p:cNvSpPr/>
          <p:nvPr/>
        </p:nvSpPr>
        <p:spPr>
          <a:xfrm>
            <a:off x="2423160" y="4690872"/>
            <a:ext cx="3886200" cy="402336"/>
          </a:xfrm>
          <a:prstGeom prst="rect">
            <a:avLst/>
          </a:prstGeom>
          <a:solidFill>
            <a:srgbClr val="EFF7FC">
              <a:alpha val="98000"/>
            </a:srgbClr>
          </a:solidFill>
          <a:ln w="7620">
            <a:solidFill>
              <a:srgbClr val="C9D8E4"/>
            </a:solidFill>
            <a:prstDash val="solid"/>
          </a:ln>
        </p:spPr>
      </p:sp>
      <p:sp>
        <p:nvSpPr>
          <p:cNvPr id="239" name="Text 237"/>
          <p:cNvSpPr/>
          <p:nvPr/>
        </p:nvSpPr>
        <p:spPr>
          <a:xfrm>
            <a:off x="2514600" y="4782312"/>
            <a:ext cx="3703320" cy="237744"/>
          </a:xfrm>
          <a:prstGeom prst="rect">
            <a:avLst/>
          </a:prstGeom>
          <a:noFill/>
          <a:ln/>
        </p:spPr>
        <p:txBody>
          <a:bodyPr wrap="square" lIns="635" tIns="635" rIns="635" bIns="635" rtlCol="0" anchor="ctr">
            <a:normAutofit/>
          </a:bodyPr>
          <a:lstStyle/>
          <a:p>
            <a:pPr marL="0" indent="0" algn="l">
              <a:lnSpc>
                <a:spcPct val="90000"/>
              </a:lnSpc>
              <a:buNone/>
            </a:pPr>
            <a:r>
              <a:rPr lang="en-US" sz="1240" dirty="0">
                <a:solidFill>
                  <a:srgbClr val="0B1F33"/>
                </a:solidFill>
                <a:latin typeface="Malgun Gothic" pitchFamily="34" charset="0"/>
                <a:ea typeface="Malgun Gothic" pitchFamily="34" charset="-122"/>
                <a:cs typeface="Malgun Gothic" pitchFamily="34" charset="-120"/>
              </a:rPr>
              <a:t>혼자만 확인</a:t>
            </a:r>
            <a:endParaRPr lang="en-US" sz="1240" dirty="0"/>
          </a:p>
        </p:txBody>
      </p:sp>
      <p:sp>
        <p:nvSpPr>
          <p:cNvPr id="240" name="Shape 238"/>
          <p:cNvSpPr/>
          <p:nvPr/>
        </p:nvSpPr>
        <p:spPr>
          <a:xfrm>
            <a:off x="6309360" y="4690872"/>
            <a:ext cx="4617720" cy="402336"/>
          </a:xfrm>
          <a:prstGeom prst="rect">
            <a:avLst/>
          </a:prstGeom>
          <a:solidFill>
            <a:srgbClr val="EFF7FC">
              <a:alpha val="98000"/>
            </a:srgbClr>
          </a:solidFill>
          <a:ln w="7620">
            <a:solidFill>
              <a:srgbClr val="C9D8E4"/>
            </a:solidFill>
            <a:prstDash val="solid"/>
          </a:ln>
        </p:spPr>
      </p:sp>
      <p:sp>
        <p:nvSpPr>
          <p:cNvPr id="241" name="Text 239"/>
          <p:cNvSpPr/>
          <p:nvPr/>
        </p:nvSpPr>
        <p:spPr>
          <a:xfrm>
            <a:off x="6400800" y="4782312"/>
            <a:ext cx="4434840" cy="237744"/>
          </a:xfrm>
          <a:prstGeom prst="rect">
            <a:avLst/>
          </a:prstGeom>
          <a:noFill/>
          <a:ln/>
        </p:spPr>
        <p:txBody>
          <a:bodyPr wrap="square" lIns="635" tIns="635" rIns="635" bIns="635" rtlCol="0" anchor="ctr">
            <a:normAutofit/>
          </a:bodyPr>
          <a:lstStyle/>
          <a:p>
            <a:pPr marL="0" indent="0" algn="l">
              <a:lnSpc>
                <a:spcPct val="90000"/>
              </a:lnSpc>
              <a:buNone/>
            </a:pPr>
            <a:r>
              <a:rPr lang="en-US" sz="1240" dirty="0">
                <a:solidFill>
                  <a:srgbClr val="0B1F33"/>
                </a:solidFill>
                <a:latin typeface="Malgun Gothic" pitchFamily="34" charset="0"/>
                <a:ea typeface="Malgun Gothic" pitchFamily="34" charset="-122"/>
                <a:cs typeface="Malgun Gothic" pitchFamily="34" charset="-120"/>
              </a:rPr>
              <a:t>여러 담당자가 공유</a:t>
            </a:r>
            <a:endParaRPr lang="en-US" sz="1240" dirty="0"/>
          </a:p>
        </p:txBody>
      </p:sp>
      <p:sp>
        <p:nvSpPr>
          <p:cNvPr id="242" name="Shape 240"/>
          <p:cNvSpPr/>
          <p:nvPr/>
        </p:nvSpPr>
        <p:spPr>
          <a:xfrm>
            <a:off x="1005840" y="5093208"/>
            <a:ext cx="1417320" cy="402336"/>
          </a:xfrm>
          <a:prstGeom prst="rect">
            <a:avLst/>
          </a:prstGeom>
          <a:solidFill>
            <a:srgbClr val="FFFFFF">
              <a:alpha val="98000"/>
            </a:srgbClr>
          </a:solidFill>
          <a:ln w="7620">
            <a:solidFill>
              <a:srgbClr val="C9D8E4"/>
            </a:solidFill>
            <a:prstDash val="solid"/>
          </a:ln>
        </p:spPr>
      </p:sp>
      <p:sp>
        <p:nvSpPr>
          <p:cNvPr id="243" name="Text 241"/>
          <p:cNvSpPr/>
          <p:nvPr/>
        </p:nvSpPr>
        <p:spPr>
          <a:xfrm>
            <a:off x="1097280" y="5184648"/>
            <a:ext cx="1234440" cy="237744"/>
          </a:xfrm>
          <a:prstGeom prst="rect">
            <a:avLst/>
          </a:prstGeom>
          <a:noFill/>
          <a:ln/>
        </p:spPr>
        <p:txBody>
          <a:bodyPr wrap="square" lIns="635" tIns="635" rIns="635" bIns="635" rtlCol="0" anchor="ctr">
            <a:normAutofit/>
          </a:bodyPr>
          <a:lstStyle/>
          <a:p>
            <a:pPr marL="0" indent="0" algn="ctr">
              <a:lnSpc>
                <a:spcPct val="90000"/>
              </a:lnSpc>
              <a:buNone/>
            </a:pPr>
            <a:r>
              <a:rPr lang="en-US" sz="1240" b="1" dirty="0">
                <a:solidFill>
                  <a:srgbClr val="2A3844"/>
                </a:solidFill>
                <a:latin typeface="Malgun Gothic" pitchFamily="34" charset="0"/>
                <a:ea typeface="Malgun Gothic" pitchFamily="34" charset="-122"/>
                <a:cs typeface="Malgun Gothic" pitchFamily="34" charset="-120"/>
              </a:rPr>
              <a:t>학교 예시</a:t>
            </a:r>
            <a:endParaRPr lang="en-US" sz="1240" dirty="0"/>
          </a:p>
        </p:txBody>
      </p:sp>
      <p:sp>
        <p:nvSpPr>
          <p:cNvPr id="244" name="Shape 242"/>
          <p:cNvSpPr/>
          <p:nvPr/>
        </p:nvSpPr>
        <p:spPr>
          <a:xfrm>
            <a:off x="2423160" y="5093208"/>
            <a:ext cx="3886200" cy="402336"/>
          </a:xfrm>
          <a:prstGeom prst="rect">
            <a:avLst/>
          </a:prstGeom>
          <a:solidFill>
            <a:srgbClr val="FFFFFF">
              <a:alpha val="98000"/>
            </a:srgbClr>
          </a:solidFill>
          <a:ln w="7620">
            <a:solidFill>
              <a:srgbClr val="C9D8E4"/>
            </a:solidFill>
            <a:prstDash val="solid"/>
          </a:ln>
        </p:spPr>
      </p:sp>
      <p:sp>
        <p:nvSpPr>
          <p:cNvPr id="245" name="Text 243"/>
          <p:cNvSpPr/>
          <p:nvPr/>
        </p:nvSpPr>
        <p:spPr>
          <a:xfrm>
            <a:off x="2514600" y="5184648"/>
            <a:ext cx="3703320" cy="237744"/>
          </a:xfrm>
          <a:prstGeom prst="rect">
            <a:avLst/>
          </a:prstGeom>
          <a:noFill/>
          <a:ln/>
        </p:spPr>
        <p:txBody>
          <a:bodyPr wrap="square" lIns="635" tIns="635" rIns="635" bIns="635" rtlCol="0" anchor="ctr">
            <a:normAutofit/>
          </a:bodyPr>
          <a:lstStyle/>
          <a:p>
            <a:pPr marL="0" indent="0" algn="l">
              <a:lnSpc>
                <a:spcPct val="90000"/>
              </a:lnSpc>
              <a:buNone/>
            </a:pPr>
            <a:r>
              <a:rPr lang="en-US" sz="1240" dirty="0">
                <a:solidFill>
                  <a:srgbClr val="0B1F33"/>
                </a:solidFill>
                <a:latin typeface="Malgun Gothic" pitchFamily="34" charset="0"/>
                <a:ea typeface="Malgun Gothic" pitchFamily="34" charset="-122"/>
                <a:cs typeface="Malgun Gothic" pitchFamily="34" charset="-120"/>
              </a:rPr>
              <a:t>연습용 임시값</a:t>
            </a:r>
            <a:endParaRPr lang="en-US" sz="1240" dirty="0"/>
          </a:p>
        </p:txBody>
      </p:sp>
      <p:sp>
        <p:nvSpPr>
          <p:cNvPr id="246" name="Shape 244"/>
          <p:cNvSpPr/>
          <p:nvPr/>
        </p:nvSpPr>
        <p:spPr>
          <a:xfrm>
            <a:off x="6309360" y="5093208"/>
            <a:ext cx="4617720" cy="402336"/>
          </a:xfrm>
          <a:prstGeom prst="rect">
            <a:avLst/>
          </a:prstGeom>
          <a:solidFill>
            <a:srgbClr val="FFFFFF">
              <a:alpha val="98000"/>
            </a:srgbClr>
          </a:solidFill>
          <a:ln w="7620">
            <a:solidFill>
              <a:srgbClr val="C9D8E4"/>
            </a:solidFill>
            <a:prstDash val="solid"/>
          </a:ln>
        </p:spPr>
      </p:sp>
      <p:sp>
        <p:nvSpPr>
          <p:cNvPr id="247" name="Text 245"/>
          <p:cNvSpPr/>
          <p:nvPr/>
        </p:nvSpPr>
        <p:spPr>
          <a:xfrm>
            <a:off x="6400800" y="5184648"/>
            <a:ext cx="4434840" cy="237744"/>
          </a:xfrm>
          <a:prstGeom prst="rect">
            <a:avLst/>
          </a:prstGeom>
          <a:noFill/>
          <a:ln/>
        </p:spPr>
        <p:txBody>
          <a:bodyPr wrap="square" lIns="635" tIns="635" rIns="635" bIns="635" rtlCol="0" anchor="ctr">
            <a:normAutofit/>
          </a:bodyPr>
          <a:lstStyle/>
          <a:p>
            <a:pPr marL="0" indent="0" algn="l">
              <a:lnSpc>
                <a:spcPct val="90000"/>
              </a:lnSpc>
              <a:buNone/>
            </a:pPr>
            <a:r>
              <a:rPr lang="en-US" sz="1240" dirty="0">
                <a:solidFill>
                  <a:srgbClr val="0B1F33"/>
                </a:solidFill>
                <a:latin typeface="Malgun Gothic" pitchFamily="34" charset="0"/>
                <a:ea typeface="Malgun Gothic" pitchFamily="34" charset="-122"/>
                <a:cs typeface="Malgun Gothic" pitchFamily="34" charset="-120"/>
              </a:rPr>
              <a:t>신청자 명단, 점검 기록</a:t>
            </a:r>
            <a:endParaRPr lang="en-US" sz="12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Workflow / Harness Pipeline</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14</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아이디어는 Spec으로, Spec은 계획으로, 계획은 실행과 검수로 이동한다.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파이프라인</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Codex에게 일을 맡기는 기본 흐름</a:t>
            </a:r>
            <a:endParaRPr lang="en-US" sz="2900" dirty="0"/>
          </a:p>
        </p:txBody>
      </p:sp>
      <p:sp>
        <p:nvSpPr>
          <p:cNvPr id="215" name="Shape 213"/>
          <p:cNvSpPr/>
          <p:nvPr/>
        </p:nvSpPr>
        <p:spPr>
          <a:xfrm>
            <a:off x="777240" y="2807208"/>
            <a:ext cx="10607040" cy="256032"/>
          </a:xfrm>
          <a:prstGeom prst="rect">
            <a:avLst/>
          </a:prstGeom>
          <a:solidFill>
            <a:srgbClr val="EA6A1A"/>
          </a:solidFill>
          <a:ln w="12700">
            <a:solidFill>
              <a:srgbClr val="EA6A1A"/>
            </a:solidFill>
            <a:prstDash val="solid"/>
          </a:ln>
        </p:spPr>
      </p:sp>
      <p:sp>
        <p:nvSpPr>
          <p:cNvPr id="216" name="Shape 214"/>
          <p:cNvSpPr/>
          <p:nvPr/>
        </p:nvSpPr>
        <p:spPr>
          <a:xfrm>
            <a:off x="658368" y="1965960"/>
            <a:ext cx="1078992" cy="621792"/>
          </a:xfrm>
          <a:prstGeom prst="flowChartProcess">
            <a:avLst/>
          </a:prstGeom>
          <a:solidFill>
            <a:srgbClr val="EFF7FC"/>
          </a:solidFill>
          <a:ln w="15240">
            <a:solidFill>
              <a:srgbClr val="256B9A"/>
            </a:solidFill>
            <a:prstDash val="solid"/>
          </a:ln>
        </p:spPr>
      </p:sp>
      <p:sp>
        <p:nvSpPr>
          <p:cNvPr id="217" name="Text 215"/>
          <p:cNvSpPr/>
          <p:nvPr/>
        </p:nvSpPr>
        <p:spPr>
          <a:xfrm>
            <a:off x="704088" y="2029968"/>
            <a:ext cx="987552" cy="411480"/>
          </a:xfrm>
          <a:prstGeom prst="rect">
            <a:avLst/>
          </a:prstGeom>
          <a:noFill/>
          <a:ln/>
        </p:spPr>
        <p:txBody>
          <a:bodyPr wrap="square" lIns="635" tIns="635" rIns="635" bIns="635" rtlCol="0" anchor="ctr">
            <a:normAutofit/>
          </a:bodyPr>
          <a:lstStyle/>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1</a:t>
            </a:r>
            <a:endParaRPr lang="en-US" sz="1080" dirty="0"/>
          </a:p>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아이디어</a:t>
            </a:r>
            <a:endParaRPr lang="en-US" sz="1080" dirty="0"/>
          </a:p>
        </p:txBody>
      </p:sp>
      <p:sp>
        <p:nvSpPr>
          <p:cNvPr id="218" name="Shape 216"/>
          <p:cNvSpPr/>
          <p:nvPr/>
        </p:nvSpPr>
        <p:spPr>
          <a:xfrm>
            <a:off x="1188720" y="2587752"/>
            <a:ext cx="0" cy="219456"/>
          </a:xfrm>
          <a:prstGeom prst="line">
            <a:avLst/>
          </a:prstGeom>
          <a:noFill/>
          <a:ln w="12700">
            <a:solidFill>
              <a:srgbClr val="256B9A"/>
            </a:solidFill>
            <a:prstDash val="solid"/>
          </a:ln>
        </p:spPr>
      </p:sp>
      <p:sp>
        <p:nvSpPr>
          <p:cNvPr id="219" name="Shape 217"/>
          <p:cNvSpPr/>
          <p:nvPr/>
        </p:nvSpPr>
        <p:spPr>
          <a:xfrm>
            <a:off x="1920240" y="3246120"/>
            <a:ext cx="1078992" cy="621792"/>
          </a:xfrm>
          <a:prstGeom prst="flowChartProcess">
            <a:avLst/>
          </a:prstGeom>
          <a:solidFill>
            <a:srgbClr val="EFF7FC"/>
          </a:solidFill>
          <a:ln w="15240">
            <a:solidFill>
              <a:srgbClr val="256B9A"/>
            </a:solidFill>
            <a:prstDash val="solid"/>
          </a:ln>
        </p:spPr>
      </p:sp>
      <p:sp>
        <p:nvSpPr>
          <p:cNvPr id="220" name="Text 218"/>
          <p:cNvSpPr/>
          <p:nvPr/>
        </p:nvSpPr>
        <p:spPr>
          <a:xfrm>
            <a:off x="1965960" y="3310128"/>
            <a:ext cx="987552" cy="411480"/>
          </a:xfrm>
          <a:prstGeom prst="rect">
            <a:avLst/>
          </a:prstGeom>
          <a:noFill/>
          <a:ln/>
        </p:spPr>
        <p:txBody>
          <a:bodyPr wrap="square" lIns="635" tIns="635" rIns="635" bIns="635" rtlCol="0" anchor="ctr">
            <a:normAutofit/>
          </a:bodyPr>
          <a:lstStyle/>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2</a:t>
            </a:r>
            <a:endParaRPr lang="en-US" sz="1080" dirty="0"/>
          </a:p>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브레인스토밍</a:t>
            </a:r>
            <a:endParaRPr lang="en-US" sz="1080" dirty="0"/>
          </a:p>
        </p:txBody>
      </p:sp>
      <p:sp>
        <p:nvSpPr>
          <p:cNvPr id="221" name="Shape 219"/>
          <p:cNvSpPr/>
          <p:nvPr/>
        </p:nvSpPr>
        <p:spPr>
          <a:xfrm>
            <a:off x="2450592" y="3246120"/>
            <a:ext cx="0" cy="0"/>
          </a:xfrm>
          <a:prstGeom prst="line">
            <a:avLst/>
          </a:prstGeom>
          <a:noFill/>
          <a:ln w="12700">
            <a:solidFill>
              <a:srgbClr val="256B9A"/>
            </a:solidFill>
            <a:prstDash val="solid"/>
          </a:ln>
        </p:spPr>
      </p:sp>
      <p:sp>
        <p:nvSpPr>
          <p:cNvPr id="222" name="Shape 220"/>
          <p:cNvSpPr/>
          <p:nvPr/>
        </p:nvSpPr>
        <p:spPr>
          <a:xfrm>
            <a:off x="3182112" y="1965960"/>
            <a:ext cx="1078992" cy="621792"/>
          </a:xfrm>
          <a:prstGeom prst="flowChartProcess">
            <a:avLst/>
          </a:prstGeom>
          <a:solidFill>
            <a:srgbClr val="EFF7FC"/>
          </a:solidFill>
          <a:ln w="15240">
            <a:solidFill>
              <a:srgbClr val="256B9A"/>
            </a:solidFill>
            <a:prstDash val="solid"/>
          </a:ln>
        </p:spPr>
      </p:sp>
      <p:sp>
        <p:nvSpPr>
          <p:cNvPr id="223" name="Text 221"/>
          <p:cNvSpPr/>
          <p:nvPr/>
        </p:nvSpPr>
        <p:spPr>
          <a:xfrm>
            <a:off x="3227832" y="2029968"/>
            <a:ext cx="987552" cy="411480"/>
          </a:xfrm>
          <a:prstGeom prst="rect">
            <a:avLst/>
          </a:prstGeom>
          <a:noFill/>
          <a:ln/>
        </p:spPr>
        <p:txBody>
          <a:bodyPr wrap="square" lIns="635" tIns="635" rIns="635" bIns="635" rtlCol="0" anchor="ctr">
            <a:normAutofit/>
          </a:bodyPr>
          <a:lstStyle/>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3</a:t>
            </a:r>
            <a:endParaRPr lang="en-US" sz="1080" dirty="0"/>
          </a:p>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Spec</a:t>
            </a:r>
            <a:endParaRPr lang="en-US" sz="1080" dirty="0"/>
          </a:p>
        </p:txBody>
      </p:sp>
      <p:sp>
        <p:nvSpPr>
          <p:cNvPr id="224" name="Shape 222"/>
          <p:cNvSpPr/>
          <p:nvPr/>
        </p:nvSpPr>
        <p:spPr>
          <a:xfrm>
            <a:off x="3712464" y="2587752"/>
            <a:ext cx="0" cy="219456"/>
          </a:xfrm>
          <a:prstGeom prst="line">
            <a:avLst/>
          </a:prstGeom>
          <a:noFill/>
          <a:ln w="12700">
            <a:solidFill>
              <a:srgbClr val="256B9A"/>
            </a:solidFill>
            <a:prstDash val="solid"/>
          </a:ln>
        </p:spPr>
      </p:sp>
      <p:sp>
        <p:nvSpPr>
          <p:cNvPr id="225" name="Shape 223"/>
          <p:cNvSpPr/>
          <p:nvPr/>
        </p:nvSpPr>
        <p:spPr>
          <a:xfrm>
            <a:off x="4443984" y="3246120"/>
            <a:ext cx="1078992" cy="621792"/>
          </a:xfrm>
          <a:prstGeom prst="flowChartProcess">
            <a:avLst/>
          </a:prstGeom>
          <a:solidFill>
            <a:srgbClr val="EFF7FC"/>
          </a:solidFill>
          <a:ln w="15240">
            <a:solidFill>
              <a:srgbClr val="256B9A"/>
            </a:solidFill>
            <a:prstDash val="solid"/>
          </a:ln>
        </p:spPr>
      </p:sp>
      <p:sp>
        <p:nvSpPr>
          <p:cNvPr id="226" name="Text 224"/>
          <p:cNvSpPr/>
          <p:nvPr/>
        </p:nvSpPr>
        <p:spPr>
          <a:xfrm>
            <a:off x="4489704" y="3310128"/>
            <a:ext cx="987552" cy="411480"/>
          </a:xfrm>
          <a:prstGeom prst="rect">
            <a:avLst/>
          </a:prstGeom>
          <a:noFill/>
          <a:ln/>
        </p:spPr>
        <p:txBody>
          <a:bodyPr wrap="square" lIns="635" tIns="635" rIns="635" bIns="635" rtlCol="0" anchor="ctr">
            <a:normAutofit/>
          </a:bodyPr>
          <a:lstStyle/>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4</a:t>
            </a:r>
            <a:endParaRPr lang="en-US" sz="1080" dirty="0"/>
          </a:p>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구현 계획</a:t>
            </a:r>
            <a:endParaRPr lang="en-US" sz="1080" dirty="0"/>
          </a:p>
        </p:txBody>
      </p:sp>
      <p:sp>
        <p:nvSpPr>
          <p:cNvPr id="227" name="Shape 225"/>
          <p:cNvSpPr/>
          <p:nvPr/>
        </p:nvSpPr>
        <p:spPr>
          <a:xfrm>
            <a:off x="4974336" y="3246120"/>
            <a:ext cx="0" cy="0"/>
          </a:xfrm>
          <a:prstGeom prst="line">
            <a:avLst/>
          </a:prstGeom>
          <a:noFill/>
          <a:ln w="12700">
            <a:solidFill>
              <a:srgbClr val="256B9A"/>
            </a:solidFill>
            <a:prstDash val="solid"/>
          </a:ln>
        </p:spPr>
      </p:sp>
      <p:sp>
        <p:nvSpPr>
          <p:cNvPr id="228" name="Shape 226"/>
          <p:cNvSpPr/>
          <p:nvPr/>
        </p:nvSpPr>
        <p:spPr>
          <a:xfrm>
            <a:off x="5705856" y="1965960"/>
            <a:ext cx="1078992" cy="621792"/>
          </a:xfrm>
          <a:prstGeom prst="flowChartProcess">
            <a:avLst/>
          </a:prstGeom>
          <a:solidFill>
            <a:srgbClr val="FCE5D3"/>
          </a:solidFill>
          <a:ln w="15240">
            <a:solidFill>
              <a:srgbClr val="EA6A1A"/>
            </a:solidFill>
            <a:prstDash val="solid"/>
          </a:ln>
        </p:spPr>
      </p:sp>
      <p:sp>
        <p:nvSpPr>
          <p:cNvPr id="229" name="Text 227"/>
          <p:cNvSpPr/>
          <p:nvPr/>
        </p:nvSpPr>
        <p:spPr>
          <a:xfrm>
            <a:off x="5751576" y="2029968"/>
            <a:ext cx="987552" cy="411480"/>
          </a:xfrm>
          <a:prstGeom prst="rect">
            <a:avLst/>
          </a:prstGeom>
          <a:noFill/>
          <a:ln/>
        </p:spPr>
        <p:txBody>
          <a:bodyPr wrap="square" lIns="635" tIns="635" rIns="635" bIns="635" rtlCol="0" anchor="ctr">
            <a:normAutofit/>
          </a:bodyPr>
          <a:lstStyle/>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5</a:t>
            </a:r>
            <a:endParaRPr lang="en-US" sz="1080" dirty="0"/>
          </a:p>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Codex 실행</a:t>
            </a:r>
            <a:endParaRPr lang="en-US" sz="1080" dirty="0"/>
          </a:p>
        </p:txBody>
      </p:sp>
      <p:sp>
        <p:nvSpPr>
          <p:cNvPr id="230" name="Shape 228"/>
          <p:cNvSpPr/>
          <p:nvPr/>
        </p:nvSpPr>
        <p:spPr>
          <a:xfrm>
            <a:off x="6236208" y="2587752"/>
            <a:ext cx="0" cy="219456"/>
          </a:xfrm>
          <a:prstGeom prst="line">
            <a:avLst/>
          </a:prstGeom>
          <a:noFill/>
          <a:ln w="12700">
            <a:solidFill>
              <a:srgbClr val="256B9A"/>
            </a:solidFill>
            <a:prstDash val="solid"/>
          </a:ln>
        </p:spPr>
      </p:sp>
      <p:sp>
        <p:nvSpPr>
          <p:cNvPr id="231" name="Shape 229"/>
          <p:cNvSpPr/>
          <p:nvPr/>
        </p:nvSpPr>
        <p:spPr>
          <a:xfrm>
            <a:off x="6967728" y="3246120"/>
            <a:ext cx="1078992" cy="621792"/>
          </a:xfrm>
          <a:prstGeom prst="flowChartProcess">
            <a:avLst/>
          </a:prstGeom>
          <a:solidFill>
            <a:srgbClr val="FCE5D3"/>
          </a:solidFill>
          <a:ln w="15240">
            <a:solidFill>
              <a:srgbClr val="EA6A1A"/>
            </a:solidFill>
            <a:prstDash val="solid"/>
          </a:ln>
        </p:spPr>
      </p:sp>
      <p:sp>
        <p:nvSpPr>
          <p:cNvPr id="232" name="Text 230"/>
          <p:cNvSpPr/>
          <p:nvPr/>
        </p:nvSpPr>
        <p:spPr>
          <a:xfrm>
            <a:off x="7013448" y="3310128"/>
            <a:ext cx="987552" cy="411480"/>
          </a:xfrm>
          <a:prstGeom prst="rect">
            <a:avLst/>
          </a:prstGeom>
          <a:noFill/>
          <a:ln/>
        </p:spPr>
        <p:txBody>
          <a:bodyPr wrap="square" lIns="635" tIns="635" rIns="635" bIns="635" rtlCol="0" anchor="ctr">
            <a:normAutofit/>
          </a:bodyPr>
          <a:lstStyle/>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6</a:t>
            </a:r>
            <a:endParaRPr lang="en-US" sz="1080" dirty="0"/>
          </a:p>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검토</a:t>
            </a:r>
            <a:endParaRPr lang="en-US" sz="1080" dirty="0"/>
          </a:p>
        </p:txBody>
      </p:sp>
      <p:sp>
        <p:nvSpPr>
          <p:cNvPr id="233" name="Shape 231"/>
          <p:cNvSpPr/>
          <p:nvPr/>
        </p:nvSpPr>
        <p:spPr>
          <a:xfrm>
            <a:off x="7498080" y="3246120"/>
            <a:ext cx="0" cy="0"/>
          </a:xfrm>
          <a:prstGeom prst="line">
            <a:avLst/>
          </a:prstGeom>
          <a:noFill/>
          <a:ln w="12700">
            <a:solidFill>
              <a:srgbClr val="256B9A"/>
            </a:solidFill>
            <a:prstDash val="solid"/>
          </a:ln>
        </p:spPr>
      </p:sp>
      <p:sp>
        <p:nvSpPr>
          <p:cNvPr id="234" name="Shape 232"/>
          <p:cNvSpPr/>
          <p:nvPr/>
        </p:nvSpPr>
        <p:spPr>
          <a:xfrm>
            <a:off x="8229600" y="1965960"/>
            <a:ext cx="1078992" cy="621792"/>
          </a:xfrm>
          <a:prstGeom prst="flowChartProcess">
            <a:avLst/>
          </a:prstGeom>
          <a:solidFill>
            <a:srgbClr val="FCE5D3"/>
          </a:solidFill>
          <a:ln w="15240">
            <a:solidFill>
              <a:srgbClr val="EA6A1A"/>
            </a:solidFill>
            <a:prstDash val="solid"/>
          </a:ln>
        </p:spPr>
      </p:sp>
      <p:sp>
        <p:nvSpPr>
          <p:cNvPr id="235" name="Text 233"/>
          <p:cNvSpPr/>
          <p:nvPr/>
        </p:nvSpPr>
        <p:spPr>
          <a:xfrm>
            <a:off x="8275320" y="2029968"/>
            <a:ext cx="987552" cy="411480"/>
          </a:xfrm>
          <a:prstGeom prst="rect">
            <a:avLst/>
          </a:prstGeom>
          <a:noFill/>
          <a:ln/>
        </p:spPr>
        <p:txBody>
          <a:bodyPr wrap="square" lIns="635" tIns="635" rIns="635" bIns="635" rtlCol="0" anchor="ctr">
            <a:normAutofit/>
          </a:bodyPr>
          <a:lstStyle/>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7</a:t>
            </a:r>
            <a:endParaRPr lang="en-US" sz="1080" dirty="0"/>
          </a:p>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수정</a:t>
            </a:r>
            <a:endParaRPr lang="en-US" sz="1080" dirty="0"/>
          </a:p>
        </p:txBody>
      </p:sp>
      <p:sp>
        <p:nvSpPr>
          <p:cNvPr id="236" name="Shape 234"/>
          <p:cNvSpPr/>
          <p:nvPr/>
        </p:nvSpPr>
        <p:spPr>
          <a:xfrm>
            <a:off x="8759952" y="2587752"/>
            <a:ext cx="0" cy="219456"/>
          </a:xfrm>
          <a:prstGeom prst="line">
            <a:avLst/>
          </a:prstGeom>
          <a:noFill/>
          <a:ln w="12700">
            <a:solidFill>
              <a:srgbClr val="256B9A"/>
            </a:solidFill>
            <a:prstDash val="solid"/>
          </a:ln>
        </p:spPr>
      </p:sp>
      <p:sp>
        <p:nvSpPr>
          <p:cNvPr id="237" name="Shape 235"/>
          <p:cNvSpPr/>
          <p:nvPr/>
        </p:nvSpPr>
        <p:spPr>
          <a:xfrm>
            <a:off x="9491472" y="3246120"/>
            <a:ext cx="1078992" cy="621792"/>
          </a:xfrm>
          <a:prstGeom prst="flowChartProcess">
            <a:avLst/>
          </a:prstGeom>
          <a:solidFill>
            <a:srgbClr val="E2F4EA"/>
          </a:solidFill>
          <a:ln w="15240">
            <a:solidFill>
              <a:srgbClr val="2D8A70"/>
            </a:solidFill>
            <a:prstDash val="solid"/>
          </a:ln>
        </p:spPr>
      </p:sp>
      <p:sp>
        <p:nvSpPr>
          <p:cNvPr id="238" name="Text 236"/>
          <p:cNvSpPr/>
          <p:nvPr/>
        </p:nvSpPr>
        <p:spPr>
          <a:xfrm>
            <a:off x="9537192" y="3310128"/>
            <a:ext cx="987552" cy="411480"/>
          </a:xfrm>
          <a:prstGeom prst="rect">
            <a:avLst/>
          </a:prstGeom>
          <a:noFill/>
          <a:ln/>
        </p:spPr>
        <p:txBody>
          <a:bodyPr wrap="square" lIns="635" tIns="635" rIns="635" bIns="635" rtlCol="0" anchor="ctr">
            <a:normAutofit/>
          </a:bodyPr>
          <a:lstStyle/>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8</a:t>
            </a:r>
            <a:endParaRPr lang="en-US" sz="1080" dirty="0"/>
          </a:p>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배포</a:t>
            </a:r>
            <a:endParaRPr lang="en-US" sz="1080" dirty="0"/>
          </a:p>
        </p:txBody>
      </p:sp>
      <p:sp>
        <p:nvSpPr>
          <p:cNvPr id="239" name="Shape 237"/>
          <p:cNvSpPr/>
          <p:nvPr/>
        </p:nvSpPr>
        <p:spPr>
          <a:xfrm>
            <a:off x="10021824" y="3246120"/>
            <a:ext cx="0" cy="0"/>
          </a:xfrm>
          <a:prstGeom prst="line">
            <a:avLst/>
          </a:prstGeom>
          <a:noFill/>
          <a:ln w="12700">
            <a:solidFill>
              <a:srgbClr val="256B9A"/>
            </a:solidFill>
            <a:prstDash val="solid"/>
          </a:ln>
        </p:spPr>
      </p:sp>
      <p:sp>
        <p:nvSpPr>
          <p:cNvPr id="240" name="Shape 238"/>
          <p:cNvSpPr/>
          <p:nvPr/>
        </p:nvSpPr>
        <p:spPr>
          <a:xfrm>
            <a:off x="10753344" y="1965960"/>
            <a:ext cx="1078992" cy="621792"/>
          </a:xfrm>
          <a:prstGeom prst="flowChartProcess">
            <a:avLst/>
          </a:prstGeom>
          <a:solidFill>
            <a:srgbClr val="E2F4EA"/>
          </a:solidFill>
          <a:ln w="15240">
            <a:solidFill>
              <a:srgbClr val="2D8A70"/>
            </a:solidFill>
            <a:prstDash val="solid"/>
          </a:ln>
        </p:spPr>
      </p:sp>
      <p:sp>
        <p:nvSpPr>
          <p:cNvPr id="241" name="Text 239"/>
          <p:cNvSpPr/>
          <p:nvPr/>
        </p:nvSpPr>
        <p:spPr>
          <a:xfrm>
            <a:off x="10799064" y="2029968"/>
            <a:ext cx="987552" cy="411480"/>
          </a:xfrm>
          <a:prstGeom prst="rect">
            <a:avLst/>
          </a:prstGeom>
          <a:noFill/>
          <a:ln/>
        </p:spPr>
        <p:txBody>
          <a:bodyPr wrap="square" lIns="635" tIns="635" rIns="635" bIns="635" rtlCol="0" anchor="ctr">
            <a:normAutofit/>
          </a:bodyPr>
          <a:lstStyle/>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9</a:t>
            </a:r>
            <a:endParaRPr lang="en-US" sz="1080" dirty="0"/>
          </a:p>
          <a:p>
            <a:pPr marL="0" indent="0" algn="ctr">
              <a:lnSpc>
                <a:spcPct val="90000"/>
              </a:lnSpc>
              <a:buNone/>
            </a:pPr>
            <a:r>
              <a:rPr lang="en-US" sz="1080" b="1" dirty="0">
                <a:solidFill>
                  <a:srgbClr val="0B1F33"/>
                </a:solidFill>
                <a:latin typeface="Malgun Gothic" pitchFamily="34" charset="0"/>
                <a:ea typeface="Malgun Gothic" pitchFamily="34" charset="-122"/>
                <a:cs typeface="Malgun Gothic" pitchFamily="34" charset="-120"/>
              </a:rPr>
              <a:t>기록</a:t>
            </a:r>
            <a:endParaRPr lang="en-US" sz="1080" dirty="0"/>
          </a:p>
        </p:txBody>
      </p:sp>
      <p:sp>
        <p:nvSpPr>
          <p:cNvPr id="242" name="Shape 240"/>
          <p:cNvSpPr/>
          <p:nvPr/>
        </p:nvSpPr>
        <p:spPr>
          <a:xfrm>
            <a:off x="11283696" y="2587752"/>
            <a:ext cx="0" cy="219456"/>
          </a:xfrm>
          <a:prstGeom prst="line">
            <a:avLst/>
          </a:prstGeom>
          <a:noFill/>
          <a:ln w="12700">
            <a:solidFill>
              <a:srgbClr val="256B9A"/>
            </a:solidFill>
            <a:prstDash val="solid"/>
          </a:ln>
        </p:spPr>
      </p:sp>
      <p:sp>
        <p:nvSpPr>
          <p:cNvPr id="243" name="Text 241"/>
          <p:cNvSpPr/>
          <p:nvPr/>
        </p:nvSpPr>
        <p:spPr>
          <a:xfrm>
            <a:off x="914400" y="4800600"/>
            <a:ext cx="10241280" cy="411480"/>
          </a:xfrm>
          <a:prstGeom prst="rect">
            <a:avLst/>
          </a:prstGeom>
          <a:noFill/>
          <a:ln/>
        </p:spPr>
        <p:txBody>
          <a:bodyPr wrap="square" lIns="635" tIns="635" rIns="635" bIns="635" rtlCol="0" anchor="t">
            <a:normAutofit/>
          </a:bodyPr>
          <a:lstStyle/>
          <a:p>
            <a:pPr marL="0" indent="0" algn="ctr">
              <a:lnSpc>
                <a:spcPct val="90000"/>
              </a:lnSpc>
              <a:buNone/>
            </a:pPr>
            <a:r>
              <a:rPr lang="en-US" sz="1750" b="1" dirty="0">
                <a:solidFill>
                  <a:srgbClr val="0B1F33"/>
                </a:solidFill>
                <a:latin typeface="Malgun Gothic" pitchFamily="34" charset="0"/>
                <a:ea typeface="Malgun Gothic" pitchFamily="34" charset="-122"/>
                <a:cs typeface="Malgun Gothic" pitchFamily="34" charset="-120"/>
              </a:rPr>
              <a:t>브레인스토밍 -&gt; Spec -&gt; 계획 -&gt; 실행 -&gt; 검토 -&gt; 기록이 끊기지 않아야 하네스가 작동합니다.</a:t>
            </a:r>
            <a:endParaRPr lang="en-US" sz="1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Practice / Training Board</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15</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작은 업무도구도 기능, 기준, 검수 절차를 정하면 Codex가 따라올 수 있다.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실습 예제</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하네스 방식 실습 예제: 연수 질문·투표 보드</a:t>
            </a:r>
            <a:endParaRPr lang="en-US" sz="2900" dirty="0"/>
          </a:p>
        </p:txBody>
      </p:sp>
      <p:sp>
        <p:nvSpPr>
          <p:cNvPr id="215" name="Shape 213"/>
          <p:cNvSpPr/>
          <p:nvPr/>
        </p:nvSpPr>
        <p:spPr>
          <a:xfrm>
            <a:off x="804672" y="1645920"/>
            <a:ext cx="3840480" cy="2880360"/>
          </a:xfrm>
          <a:prstGeom prst="roundRect">
            <a:avLst>
              <a:gd name="adj" fmla="val 1905"/>
            </a:avLst>
          </a:prstGeom>
          <a:solidFill>
            <a:srgbClr val="FCE5D3"/>
          </a:solidFill>
          <a:ln w="15240">
            <a:solidFill>
              <a:srgbClr val="EA6A1A"/>
            </a:solidFill>
            <a:prstDash val="solid"/>
          </a:ln>
        </p:spPr>
      </p:sp>
      <p:sp>
        <p:nvSpPr>
          <p:cNvPr id="216" name="Shape 214"/>
          <p:cNvSpPr/>
          <p:nvPr/>
        </p:nvSpPr>
        <p:spPr>
          <a:xfrm>
            <a:off x="914400" y="1755648"/>
            <a:ext cx="1508760" cy="310896"/>
          </a:xfrm>
          <a:prstGeom prst="rect">
            <a:avLst/>
          </a:prstGeom>
          <a:solidFill>
            <a:srgbClr val="EA6A1A"/>
          </a:solidFill>
          <a:ln w="12700">
            <a:solidFill>
              <a:srgbClr val="EA6A1A"/>
            </a:solidFill>
            <a:prstDash val="solid"/>
          </a:ln>
        </p:spPr>
      </p:sp>
      <p:sp>
        <p:nvSpPr>
          <p:cNvPr id="217" name="Text 215"/>
          <p:cNvSpPr/>
          <p:nvPr/>
        </p:nvSpPr>
        <p:spPr>
          <a:xfrm>
            <a:off x="987552" y="1810512"/>
            <a:ext cx="136245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업무 문제</a:t>
            </a:r>
            <a:endParaRPr lang="en-US" sz="1050" dirty="0"/>
          </a:p>
        </p:txBody>
      </p:sp>
      <p:sp>
        <p:nvSpPr>
          <p:cNvPr id="218" name="Text 216"/>
          <p:cNvSpPr/>
          <p:nvPr/>
        </p:nvSpPr>
        <p:spPr>
          <a:xfrm>
            <a:off x="1005840" y="2176272"/>
            <a:ext cx="3438144" cy="2185416"/>
          </a:xfrm>
          <a:prstGeom prst="rect">
            <a:avLst/>
          </a:prstGeom>
          <a:noFill/>
          <a:ln/>
        </p:spPr>
        <p:txBody>
          <a:bodyPr wrap="square" lIns="635" tIns="635" rIns="635" bIns="635" rtlCol="0" anchor="ctr">
            <a:normAutofit/>
          </a:bodyPr>
          <a:lstStyle/>
          <a:p>
            <a:pPr marL="0" indent="0" algn="l">
              <a:lnSpc>
                <a:spcPct val="90000"/>
              </a:lnSpc>
              <a:buNone/>
            </a:pPr>
            <a:r>
              <a:rPr lang="en-US" sz="1520" dirty="0">
                <a:solidFill>
                  <a:srgbClr val="0B1F33"/>
                </a:solidFill>
                <a:latin typeface="Malgun Gothic" pitchFamily="34" charset="0"/>
                <a:ea typeface="Malgun Gothic" pitchFamily="34" charset="-122"/>
                <a:cs typeface="Malgun Gothic" pitchFamily="34" charset="-120"/>
              </a:rPr>
              <a:t>연수 중 질문이 흩어지고</a:t>
            </a:r>
            <a:endParaRPr lang="en-US" sz="1520" dirty="0"/>
          </a:p>
          <a:p>
            <a:pPr marL="0" indent="0" algn="l">
              <a:lnSpc>
                <a:spcPct val="90000"/>
              </a:lnSpc>
              <a:buNone/>
            </a:pPr>
            <a:r>
              <a:rPr lang="en-US" sz="1520" dirty="0">
                <a:solidFill>
                  <a:srgbClr val="0B1F33"/>
                </a:solidFill>
                <a:latin typeface="Malgun Gothic" pitchFamily="34" charset="0"/>
                <a:ea typeface="Malgun Gothic" pitchFamily="34" charset="-122"/>
                <a:cs typeface="Malgun Gothic" pitchFamily="34" charset="-120"/>
              </a:rPr>
              <a:t>중요 질문을 놓치기 쉽다.</a:t>
            </a:r>
            <a:endParaRPr lang="en-US" sz="1520" dirty="0"/>
          </a:p>
          <a:p>
            <a:pPr marL="0" indent="0" algn="l">
              <a:lnSpc>
                <a:spcPct val="90000"/>
              </a:lnSpc>
              <a:buNone/>
            </a:pPr>
            <a:endParaRPr lang="en-US" sz="1520" dirty="0"/>
          </a:p>
          <a:p>
            <a:pPr marL="0" indent="0" algn="l">
              <a:lnSpc>
                <a:spcPct val="90000"/>
              </a:lnSpc>
              <a:buNone/>
            </a:pPr>
            <a:r>
              <a:rPr lang="en-US" sz="1520" dirty="0">
                <a:solidFill>
                  <a:srgbClr val="0B1F33"/>
                </a:solidFill>
                <a:latin typeface="Malgun Gothic" pitchFamily="34" charset="0"/>
                <a:ea typeface="Malgun Gothic" pitchFamily="34" charset="-122"/>
                <a:cs typeface="Malgun Gothic" pitchFamily="34" charset="-120"/>
              </a:rPr>
              <a:t>참가자는 질문을 올리고,</a:t>
            </a:r>
            <a:endParaRPr lang="en-US" sz="1520" dirty="0"/>
          </a:p>
          <a:p>
            <a:pPr marL="0" indent="0" algn="l">
              <a:lnSpc>
                <a:spcPct val="90000"/>
              </a:lnSpc>
              <a:buNone/>
            </a:pPr>
            <a:r>
              <a:rPr lang="en-US" sz="1520" dirty="0">
                <a:solidFill>
                  <a:srgbClr val="0B1F33"/>
                </a:solidFill>
                <a:latin typeface="Malgun Gothic" pitchFamily="34" charset="0"/>
                <a:ea typeface="Malgun Gothic" pitchFamily="34" charset="-122"/>
                <a:cs typeface="Malgun Gothic" pitchFamily="34" charset="-120"/>
              </a:rPr>
              <a:t>공감 투표로 우선순위를 만든다.</a:t>
            </a:r>
            <a:endParaRPr lang="en-US" sz="1520" dirty="0"/>
          </a:p>
        </p:txBody>
      </p:sp>
      <p:sp>
        <p:nvSpPr>
          <p:cNvPr id="219" name="Shape 217"/>
          <p:cNvSpPr/>
          <p:nvPr/>
        </p:nvSpPr>
        <p:spPr>
          <a:xfrm>
            <a:off x="850392" y="1691640"/>
            <a:ext cx="256032" cy="0"/>
          </a:xfrm>
          <a:prstGeom prst="line">
            <a:avLst/>
          </a:prstGeom>
          <a:noFill/>
          <a:ln w="13970">
            <a:solidFill>
              <a:srgbClr val="EA6A1A"/>
            </a:solidFill>
            <a:prstDash val="solid"/>
          </a:ln>
        </p:spPr>
      </p:sp>
      <p:sp>
        <p:nvSpPr>
          <p:cNvPr id="220" name="Shape 218"/>
          <p:cNvSpPr/>
          <p:nvPr/>
        </p:nvSpPr>
        <p:spPr>
          <a:xfrm>
            <a:off x="850392" y="1691640"/>
            <a:ext cx="0" cy="256032"/>
          </a:xfrm>
          <a:prstGeom prst="line">
            <a:avLst/>
          </a:prstGeom>
          <a:noFill/>
          <a:ln w="13970">
            <a:solidFill>
              <a:srgbClr val="EA6A1A"/>
            </a:solidFill>
            <a:prstDash val="solid"/>
          </a:ln>
        </p:spPr>
      </p:sp>
      <p:sp>
        <p:nvSpPr>
          <p:cNvPr id="221" name="Shape 219"/>
          <p:cNvSpPr/>
          <p:nvPr/>
        </p:nvSpPr>
        <p:spPr>
          <a:xfrm>
            <a:off x="4599432" y="1691640"/>
            <a:ext cx="0" cy="0"/>
          </a:xfrm>
          <a:prstGeom prst="line">
            <a:avLst/>
          </a:prstGeom>
          <a:noFill/>
          <a:ln w="13970">
            <a:solidFill>
              <a:srgbClr val="EA6A1A"/>
            </a:solidFill>
            <a:prstDash val="solid"/>
          </a:ln>
        </p:spPr>
      </p:sp>
      <p:sp>
        <p:nvSpPr>
          <p:cNvPr id="222" name="Shape 220"/>
          <p:cNvSpPr/>
          <p:nvPr/>
        </p:nvSpPr>
        <p:spPr>
          <a:xfrm>
            <a:off x="4599432" y="1691640"/>
            <a:ext cx="0" cy="256032"/>
          </a:xfrm>
          <a:prstGeom prst="line">
            <a:avLst/>
          </a:prstGeom>
          <a:noFill/>
          <a:ln w="13970">
            <a:solidFill>
              <a:srgbClr val="EA6A1A"/>
            </a:solidFill>
            <a:prstDash val="solid"/>
          </a:ln>
        </p:spPr>
      </p:sp>
      <p:sp>
        <p:nvSpPr>
          <p:cNvPr id="223" name="Shape 221"/>
          <p:cNvSpPr/>
          <p:nvPr/>
        </p:nvSpPr>
        <p:spPr>
          <a:xfrm>
            <a:off x="850392" y="4480560"/>
            <a:ext cx="256032" cy="0"/>
          </a:xfrm>
          <a:prstGeom prst="line">
            <a:avLst/>
          </a:prstGeom>
          <a:noFill/>
          <a:ln w="13970">
            <a:solidFill>
              <a:srgbClr val="EA6A1A"/>
            </a:solidFill>
            <a:prstDash val="solid"/>
          </a:ln>
        </p:spPr>
      </p:sp>
      <p:sp>
        <p:nvSpPr>
          <p:cNvPr id="224" name="Shape 222"/>
          <p:cNvSpPr/>
          <p:nvPr/>
        </p:nvSpPr>
        <p:spPr>
          <a:xfrm>
            <a:off x="850392" y="4480560"/>
            <a:ext cx="0" cy="0"/>
          </a:xfrm>
          <a:prstGeom prst="line">
            <a:avLst/>
          </a:prstGeom>
          <a:noFill/>
          <a:ln w="13970">
            <a:solidFill>
              <a:srgbClr val="EA6A1A"/>
            </a:solidFill>
            <a:prstDash val="solid"/>
          </a:ln>
        </p:spPr>
      </p:sp>
      <p:sp>
        <p:nvSpPr>
          <p:cNvPr id="225" name="Shape 223"/>
          <p:cNvSpPr/>
          <p:nvPr/>
        </p:nvSpPr>
        <p:spPr>
          <a:xfrm>
            <a:off x="4599432" y="4480560"/>
            <a:ext cx="0" cy="0"/>
          </a:xfrm>
          <a:prstGeom prst="line">
            <a:avLst/>
          </a:prstGeom>
          <a:noFill/>
          <a:ln w="13970">
            <a:solidFill>
              <a:srgbClr val="EA6A1A"/>
            </a:solidFill>
            <a:prstDash val="solid"/>
          </a:ln>
        </p:spPr>
      </p:sp>
      <p:sp>
        <p:nvSpPr>
          <p:cNvPr id="226" name="Shape 224"/>
          <p:cNvSpPr/>
          <p:nvPr/>
        </p:nvSpPr>
        <p:spPr>
          <a:xfrm>
            <a:off x="4599432" y="4480560"/>
            <a:ext cx="0" cy="0"/>
          </a:xfrm>
          <a:prstGeom prst="line">
            <a:avLst/>
          </a:prstGeom>
          <a:noFill/>
          <a:ln w="13970">
            <a:solidFill>
              <a:srgbClr val="EA6A1A"/>
            </a:solidFill>
            <a:prstDash val="solid"/>
          </a:ln>
        </p:spPr>
      </p:sp>
      <p:sp>
        <p:nvSpPr>
          <p:cNvPr id="227" name="Shape 225"/>
          <p:cNvSpPr/>
          <p:nvPr/>
        </p:nvSpPr>
        <p:spPr>
          <a:xfrm>
            <a:off x="5166360" y="1572768"/>
            <a:ext cx="5806440" cy="3154680"/>
          </a:xfrm>
          <a:prstGeom prst="roundRect">
            <a:avLst/>
          </a:prstGeom>
          <a:solidFill>
            <a:srgbClr val="FFFFFF"/>
          </a:solidFill>
          <a:ln w="15240">
            <a:solidFill>
              <a:srgbClr val="153A5B"/>
            </a:solidFill>
            <a:prstDash val="solid"/>
          </a:ln>
        </p:spPr>
      </p:sp>
      <p:sp>
        <p:nvSpPr>
          <p:cNvPr id="228" name="Text 226"/>
          <p:cNvSpPr/>
          <p:nvPr/>
        </p:nvSpPr>
        <p:spPr>
          <a:xfrm>
            <a:off x="5394960" y="1810512"/>
            <a:ext cx="3108960" cy="274320"/>
          </a:xfrm>
          <a:prstGeom prst="rect">
            <a:avLst/>
          </a:prstGeom>
          <a:noFill/>
          <a:ln/>
        </p:spPr>
        <p:txBody>
          <a:bodyPr wrap="square" lIns="635" tIns="635" rIns="635" bIns="635" rtlCol="0" anchor="t">
            <a:normAutofit/>
          </a:bodyPr>
          <a:lstStyle/>
          <a:p>
            <a:pPr marL="0" indent="0" algn="l">
              <a:lnSpc>
                <a:spcPct val="90000"/>
              </a:lnSpc>
              <a:buNone/>
            </a:pPr>
            <a:r>
              <a:rPr lang="en-US" sz="1600" b="1" dirty="0">
                <a:solidFill>
                  <a:srgbClr val="0B1F33"/>
                </a:solidFill>
                <a:latin typeface="Malgun Gothic" pitchFamily="34" charset="0"/>
                <a:ea typeface="Malgun Gothic" pitchFamily="34" charset="-122"/>
                <a:cs typeface="Malgun Gothic" pitchFamily="34" charset="-120"/>
              </a:rPr>
              <a:t>연수 질문·투표 보드</a:t>
            </a:r>
            <a:endParaRPr lang="en-US" sz="1600" dirty="0"/>
          </a:p>
        </p:txBody>
      </p:sp>
      <p:sp>
        <p:nvSpPr>
          <p:cNvPr id="229" name="Shape 227"/>
          <p:cNvSpPr/>
          <p:nvPr/>
        </p:nvSpPr>
        <p:spPr>
          <a:xfrm>
            <a:off x="5440680" y="2331720"/>
            <a:ext cx="5166360" cy="292608"/>
          </a:xfrm>
          <a:prstGeom prst="rect">
            <a:avLst/>
          </a:prstGeom>
          <a:solidFill>
            <a:srgbClr val="FFFFFF"/>
          </a:solidFill>
          <a:ln w="6350">
            <a:solidFill>
              <a:srgbClr val="C9D8E4"/>
            </a:solidFill>
            <a:prstDash val="solid"/>
          </a:ln>
        </p:spPr>
      </p:sp>
      <p:sp>
        <p:nvSpPr>
          <p:cNvPr id="230" name="Text 228"/>
          <p:cNvSpPr/>
          <p:nvPr/>
        </p:nvSpPr>
        <p:spPr>
          <a:xfrm>
            <a:off x="5650992" y="2386584"/>
            <a:ext cx="2743200" cy="146304"/>
          </a:xfrm>
          <a:prstGeom prst="rect">
            <a:avLst/>
          </a:prstGeom>
          <a:noFill/>
          <a:ln/>
        </p:spPr>
        <p:txBody>
          <a:bodyPr wrap="square" lIns="635" tIns="635" rIns="635" bIns="635" rtlCol="0" anchor="t">
            <a:normAutofit lnSpcReduction="10000"/>
          </a:bodyPr>
          <a:lstStyle/>
          <a:p>
            <a:pPr marL="0" indent="0" algn="l">
              <a:lnSpc>
                <a:spcPct val="90000"/>
              </a:lnSpc>
              <a:buNone/>
            </a:pPr>
            <a:r>
              <a:rPr lang="en-US" sz="1180" b="1" dirty="0">
                <a:solidFill>
                  <a:srgbClr val="0B1F33"/>
                </a:solidFill>
                <a:latin typeface="Malgun Gothic" pitchFamily="34" charset="0"/>
                <a:ea typeface="Malgun Gothic" pitchFamily="34" charset="-122"/>
                <a:cs typeface="Malgun Gothic" pitchFamily="34" charset="-120"/>
              </a:rPr>
              <a:t>질문 등록</a:t>
            </a:r>
            <a:endParaRPr lang="en-US" sz="1180" dirty="0"/>
          </a:p>
        </p:txBody>
      </p:sp>
      <p:sp>
        <p:nvSpPr>
          <p:cNvPr id="231" name="Text 229"/>
          <p:cNvSpPr/>
          <p:nvPr/>
        </p:nvSpPr>
        <p:spPr>
          <a:xfrm>
            <a:off x="9189720" y="2386584"/>
            <a:ext cx="1005840" cy="146304"/>
          </a:xfrm>
          <a:prstGeom prst="rect">
            <a:avLst/>
          </a:prstGeom>
          <a:noFill/>
          <a:ln/>
        </p:spPr>
        <p:txBody>
          <a:bodyPr wrap="square" lIns="635" tIns="635" rIns="635" bIns="635" rtlCol="0" anchor="t">
            <a:normAutofit lnSpcReduction="10000"/>
          </a:bodyPr>
          <a:lstStyle/>
          <a:p>
            <a:pPr marL="0" indent="0" algn="ctr">
              <a:lnSpc>
                <a:spcPct val="90000"/>
              </a:lnSpc>
              <a:buNone/>
            </a:pPr>
            <a:r>
              <a:rPr lang="en-US" sz="1140" b="1" dirty="0">
                <a:solidFill>
                  <a:srgbClr val="657484"/>
                </a:solidFill>
                <a:latin typeface="Malgun Gothic" pitchFamily="34" charset="0"/>
                <a:ea typeface="Malgun Gothic" pitchFamily="34" charset="-122"/>
                <a:cs typeface="Malgun Gothic" pitchFamily="34" charset="-120"/>
              </a:rPr>
              <a:t>설계</a:t>
            </a:r>
            <a:endParaRPr lang="en-US" sz="1140" dirty="0"/>
          </a:p>
        </p:txBody>
      </p:sp>
      <p:sp>
        <p:nvSpPr>
          <p:cNvPr id="232" name="Shape 230"/>
          <p:cNvSpPr/>
          <p:nvPr/>
        </p:nvSpPr>
        <p:spPr>
          <a:xfrm>
            <a:off x="5440680" y="2743200"/>
            <a:ext cx="5166360" cy="292608"/>
          </a:xfrm>
          <a:prstGeom prst="rect">
            <a:avLst/>
          </a:prstGeom>
          <a:solidFill>
            <a:srgbClr val="EFF7FC"/>
          </a:solidFill>
          <a:ln w="6350">
            <a:solidFill>
              <a:srgbClr val="C9D8E4"/>
            </a:solidFill>
            <a:prstDash val="solid"/>
          </a:ln>
        </p:spPr>
      </p:sp>
      <p:sp>
        <p:nvSpPr>
          <p:cNvPr id="233" name="Text 231"/>
          <p:cNvSpPr/>
          <p:nvPr/>
        </p:nvSpPr>
        <p:spPr>
          <a:xfrm>
            <a:off x="5650992" y="2798064"/>
            <a:ext cx="2743200" cy="146304"/>
          </a:xfrm>
          <a:prstGeom prst="rect">
            <a:avLst/>
          </a:prstGeom>
          <a:noFill/>
          <a:ln/>
        </p:spPr>
        <p:txBody>
          <a:bodyPr wrap="square" lIns="635" tIns="635" rIns="635" bIns="635" rtlCol="0" anchor="t">
            <a:normAutofit lnSpcReduction="10000"/>
          </a:bodyPr>
          <a:lstStyle/>
          <a:p>
            <a:pPr marL="0" indent="0" algn="l">
              <a:lnSpc>
                <a:spcPct val="90000"/>
              </a:lnSpc>
              <a:buNone/>
            </a:pPr>
            <a:r>
              <a:rPr lang="en-US" sz="1180" b="1" dirty="0">
                <a:solidFill>
                  <a:srgbClr val="0B1F33"/>
                </a:solidFill>
                <a:latin typeface="Malgun Gothic" pitchFamily="34" charset="0"/>
                <a:ea typeface="Malgun Gothic" pitchFamily="34" charset="-122"/>
                <a:cs typeface="Malgun Gothic" pitchFamily="34" charset="-120"/>
              </a:rPr>
              <a:t>공감 버튼</a:t>
            </a:r>
            <a:endParaRPr lang="en-US" sz="1180" dirty="0"/>
          </a:p>
        </p:txBody>
      </p:sp>
      <p:sp>
        <p:nvSpPr>
          <p:cNvPr id="234" name="Text 232"/>
          <p:cNvSpPr/>
          <p:nvPr/>
        </p:nvSpPr>
        <p:spPr>
          <a:xfrm>
            <a:off x="9189720" y="2798064"/>
            <a:ext cx="1005840" cy="146304"/>
          </a:xfrm>
          <a:prstGeom prst="rect">
            <a:avLst/>
          </a:prstGeom>
          <a:noFill/>
          <a:ln/>
        </p:spPr>
        <p:txBody>
          <a:bodyPr wrap="square" lIns="635" tIns="635" rIns="635" bIns="635" rtlCol="0" anchor="t">
            <a:normAutofit lnSpcReduction="10000"/>
          </a:bodyPr>
          <a:lstStyle/>
          <a:p>
            <a:pPr marL="0" indent="0" algn="ctr">
              <a:lnSpc>
                <a:spcPct val="90000"/>
              </a:lnSpc>
              <a:buNone/>
            </a:pPr>
            <a:r>
              <a:rPr lang="en-US" sz="1140" b="1" dirty="0">
                <a:solidFill>
                  <a:srgbClr val="C95311"/>
                </a:solidFill>
                <a:latin typeface="Malgun Gothic" pitchFamily="34" charset="0"/>
                <a:ea typeface="Malgun Gothic" pitchFamily="34" charset="-122"/>
                <a:cs typeface="Malgun Gothic" pitchFamily="34" charset="-120"/>
              </a:rPr>
              <a:t>+12</a:t>
            </a:r>
            <a:endParaRPr lang="en-US" sz="1140" dirty="0"/>
          </a:p>
        </p:txBody>
      </p:sp>
      <p:sp>
        <p:nvSpPr>
          <p:cNvPr id="235" name="Shape 233"/>
          <p:cNvSpPr/>
          <p:nvPr/>
        </p:nvSpPr>
        <p:spPr>
          <a:xfrm>
            <a:off x="5440680" y="3154680"/>
            <a:ext cx="5166360" cy="292608"/>
          </a:xfrm>
          <a:prstGeom prst="rect">
            <a:avLst/>
          </a:prstGeom>
          <a:solidFill>
            <a:srgbClr val="FFFFFF"/>
          </a:solidFill>
          <a:ln w="6350">
            <a:solidFill>
              <a:srgbClr val="C9D8E4"/>
            </a:solidFill>
            <a:prstDash val="solid"/>
          </a:ln>
        </p:spPr>
      </p:sp>
      <p:sp>
        <p:nvSpPr>
          <p:cNvPr id="236" name="Text 234"/>
          <p:cNvSpPr/>
          <p:nvPr/>
        </p:nvSpPr>
        <p:spPr>
          <a:xfrm>
            <a:off x="5650992" y="3209544"/>
            <a:ext cx="2743200" cy="146304"/>
          </a:xfrm>
          <a:prstGeom prst="rect">
            <a:avLst/>
          </a:prstGeom>
          <a:noFill/>
          <a:ln/>
        </p:spPr>
        <p:txBody>
          <a:bodyPr wrap="square" lIns="635" tIns="635" rIns="635" bIns="635" rtlCol="0" anchor="t">
            <a:normAutofit lnSpcReduction="10000"/>
          </a:bodyPr>
          <a:lstStyle/>
          <a:p>
            <a:pPr marL="0" indent="0" algn="l">
              <a:lnSpc>
                <a:spcPct val="90000"/>
              </a:lnSpc>
              <a:buNone/>
            </a:pPr>
            <a:r>
              <a:rPr lang="en-US" sz="1180" b="1" dirty="0">
                <a:solidFill>
                  <a:srgbClr val="0B1F33"/>
                </a:solidFill>
                <a:latin typeface="Malgun Gothic" pitchFamily="34" charset="0"/>
                <a:ea typeface="Malgun Gothic" pitchFamily="34" charset="-122"/>
                <a:cs typeface="Malgun Gothic" pitchFamily="34" charset="-120"/>
              </a:rPr>
              <a:t>인기순 정렬</a:t>
            </a:r>
            <a:endParaRPr lang="en-US" sz="1180" dirty="0"/>
          </a:p>
        </p:txBody>
      </p:sp>
      <p:sp>
        <p:nvSpPr>
          <p:cNvPr id="237" name="Text 235"/>
          <p:cNvSpPr/>
          <p:nvPr/>
        </p:nvSpPr>
        <p:spPr>
          <a:xfrm>
            <a:off x="9189720" y="3209544"/>
            <a:ext cx="1005840" cy="146304"/>
          </a:xfrm>
          <a:prstGeom prst="rect">
            <a:avLst/>
          </a:prstGeom>
          <a:noFill/>
          <a:ln/>
        </p:spPr>
        <p:txBody>
          <a:bodyPr wrap="square" lIns="635" tIns="635" rIns="635" bIns="635" rtlCol="0" anchor="t">
            <a:normAutofit lnSpcReduction="10000"/>
          </a:bodyPr>
          <a:lstStyle/>
          <a:p>
            <a:pPr marL="0" indent="0" algn="ctr">
              <a:lnSpc>
                <a:spcPct val="90000"/>
              </a:lnSpc>
              <a:buNone/>
            </a:pPr>
            <a:r>
              <a:rPr lang="en-US" sz="1140" b="1" dirty="0">
                <a:solidFill>
                  <a:srgbClr val="657484"/>
                </a:solidFill>
                <a:latin typeface="Malgun Gothic" pitchFamily="34" charset="0"/>
                <a:ea typeface="Malgun Gothic" pitchFamily="34" charset="-122"/>
                <a:cs typeface="Malgun Gothic" pitchFamily="34" charset="-120"/>
              </a:rPr>
              <a:t>설계</a:t>
            </a:r>
            <a:endParaRPr lang="en-US" sz="1140" dirty="0"/>
          </a:p>
        </p:txBody>
      </p:sp>
      <p:sp>
        <p:nvSpPr>
          <p:cNvPr id="238" name="Shape 236"/>
          <p:cNvSpPr/>
          <p:nvPr/>
        </p:nvSpPr>
        <p:spPr>
          <a:xfrm>
            <a:off x="5440680" y="3566160"/>
            <a:ext cx="5166360" cy="292608"/>
          </a:xfrm>
          <a:prstGeom prst="rect">
            <a:avLst/>
          </a:prstGeom>
          <a:solidFill>
            <a:srgbClr val="EFF7FC"/>
          </a:solidFill>
          <a:ln w="6350">
            <a:solidFill>
              <a:srgbClr val="C9D8E4"/>
            </a:solidFill>
            <a:prstDash val="solid"/>
          </a:ln>
        </p:spPr>
      </p:sp>
      <p:sp>
        <p:nvSpPr>
          <p:cNvPr id="239" name="Text 237"/>
          <p:cNvSpPr/>
          <p:nvPr/>
        </p:nvSpPr>
        <p:spPr>
          <a:xfrm>
            <a:off x="5650992" y="3621024"/>
            <a:ext cx="2743200" cy="146304"/>
          </a:xfrm>
          <a:prstGeom prst="rect">
            <a:avLst/>
          </a:prstGeom>
          <a:noFill/>
          <a:ln/>
        </p:spPr>
        <p:txBody>
          <a:bodyPr wrap="square" lIns="635" tIns="635" rIns="635" bIns="635" rtlCol="0" anchor="t">
            <a:normAutofit lnSpcReduction="10000"/>
          </a:bodyPr>
          <a:lstStyle/>
          <a:p>
            <a:pPr marL="0" indent="0" algn="l">
              <a:lnSpc>
                <a:spcPct val="90000"/>
              </a:lnSpc>
              <a:buNone/>
            </a:pPr>
            <a:r>
              <a:rPr lang="en-US" sz="1180" b="1" dirty="0">
                <a:solidFill>
                  <a:srgbClr val="0B1F33"/>
                </a:solidFill>
                <a:latin typeface="Malgun Gothic" pitchFamily="34" charset="0"/>
                <a:ea typeface="Malgun Gothic" pitchFamily="34" charset="-122"/>
                <a:cs typeface="Malgun Gothic" pitchFamily="34" charset="-120"/>
              </a:rPr>
              <a:t>답변 완료</a:t>
            </a:r>
            <a:endParaRPr lang="en-US" sz="1180" dirty="0"/>
          </a:p>
        </p:txBody>
      </p:sp>
      <p:sp>
        <p:nvSpPr>
          <p:cNvPr id="240" name="Text 238"/>
          <p:cNvSpPr/>
          <p:nvPr/>
        </p:nvSpPr>
        <p:spPr>
          <a:xfrm>
            <a:off x="9189720" y="3621024"/>
            <a:ext cx="1005840" cy="146304"/>
          </a:xfrm>
          <a:prstGeom prst="rect">
            <a:avLst/>
          </a:prstGeom>
          <a:noFill/>
          <a:ln/>
        </p:spPr>
        <p:txBody>
          <a:bodyPr wrap="square" lIns="635" tIns="635" rIns="635" bIns="635" rtlCol="0" anchor="t">
            <a:normAutofit lnSpcReduction="10000"/>
          </a:bodyPr>
          <a:lstStyle/>
          <a:p>
            <a:pPr marL="0" indent="0" algn="ctr">
              <a:lnSpc>
                <a:spcPct val="90000"/>
              </a:lnSpc>
              <a:buNone/>
            </a:pPr>
            <a:r>
              <a:rPr lang="en-US" sz="1140" b="1" dirty="0">
                <a:solidFill>
                  <a:srgbClr val="657484"/>
                </a:solidFill>
                <a:latin typeface="Malgun Gothic" pitchFamily="34" charset="0"/>
                <a:ea typeface="Malgun Gothic" pitchFamily="34" charset="-122"/>
                <a:cs typeface="Malgun Gothic" pitchFamily="34" charset="-120"/>
              </a:rPr>
              <a:t>완료</a:t>
            </a:r>
            <a:endParaRPr lang="en-US" sz="1140" dirty="0"/>
          </a:p>
        </p:txBody>
      </p:sp>
      <p:sp>
        <p:nvSpPr>
          <p:cNvPr id="241" name="Shape 239"/>
          <p:cNvSpPr/>
          <p:nvPr/>
        </p:nvSpPr>
        <p:spPr>
          <a:xfrm>
            <a:off x="5440680" y="3977640"/>
            <a:ext cx="5166360" cy="292608"/>
          </a:xfrm>
          <a:prstGeom prst="rect">
            <a:avLst/>
          </a:prstGeom>
          <a:solidFill>
            <a:srgbClr val="FFFFFF"/>
          </a:solidFill>
          <a:ln w="6350">
            <a:solidFill>
              <a:srgbClr val="C9D8E4"/>
            </a:solidFill>
            <a:prstDash val="solid"/>
          </a:ln>
        </p:spPr>
      </p:sp>
      <p:sp>
        <p:nvSpPr>
          <p:cNvPr id="242" name="Text 240"/>
          <p:cNvSpPr/>
          <p:nvPr/>
        </p:nvSpPr>
        <p:spPr>
          <a:xfrm>
            <a:off x="5650992" y="4032504"/>
            <a:ext cx="2743200" cy="146304"/>
          </a:xfrm>
          <a:prstGeom prst="rect">
            <a:avLst/>
          </a:prstGeom>
          <a:noFill/>
          <a:ln/>
        </p:spPr>
        <p:txBody>
          <a:bodyPr wrap="square" lIns="635" tIns="635" rIns="635" bIns="635" rtlCol="0" anchor="t">
            <a:normAutofit lnSpcReduction="10000"/>
          </a:bodyPr>
          <a:lstStyle/>
          <a:p>
            <a:pPr marL="0" indent="0" algn="l">
              <a:lnSpc>
                <a:spcPct val="90000"/>
              </a:lnSpc>
              <a:buNone/>
            </a:pPr>
            <a:r>
              <a:rPr lang="en-US" sz="1180" b="1" dirty="0">
                <a:solidFill>
                  <a:srgbClr val="0B1F33"/>
                </a:solidFill>
                <a:latin typeface="Malgun Gothic" pitchFamily="34" charset="0"/>
                <a:ea typeface="Malgun Gothic" pitchFamily="34" charset="-122"/>
                <a:cs typeface="Malgun Gothic" pitchFamily="34" charset="-120"/>
              </a:rPr>
              <a:t>CSV 다운로드</a:t>
            </a:r>
            <a:endParaRPr lang="en-US" sz="1180" dirty="0"/>
          </a:p>
        </p:txBody>
      </p:sp>
      <p:sp>
        <p:nvSpPr>
          <p:cNvPr id="243" name="Text 241"/>
          <p:cNvSpPr/>
          <p:nvPr/>
        </p:nvSpPr>
        <p:spPr>
          <a:xfrm>
            <a:off x="9189720" y="4032504"/>
            <a:ext cx="1005840" cy="146304"/>
          </a:xfrm>
          <a:prstGeom prst="rect">
            <a:avLst/>
          </a:prstGeom>
          <a:noFill/>
          <a:ln/>
        </p:spPr>
        <p:txBody>
          <a:bodyPr wrap="square" lIns="635" tIns="635" rIns="635" bIns="635" rtlCol="0" anchor="t">
            <a:normAutofit lnSpcReduction="10000"/>
          </a:bodyPr>
          <a:lstStyle/>
          <a:p>
            <a:pPr marL="0" indent="0" algn="ctr">
              <a:lnSpc>
                <a:spcPct val="90000"/>
              </a:lnSpc>
              <a:buNone/>
            </a:pPr>
            <a:r>
              <a:rPr lang="en-US" sz="1140" b="1" dirty="0">
                <a:solidFill>
                  <a:srgbClr val="657484"/>
                </a:solidFill>
                <a:latin typeface="Malgun Gothic" pitchFamily="34" charset="0"/>
                <a:ea typeface="Malgun Gothic" pitchFamily="34" charset="-122"/>
                <a:cs typeface="Malgun Gothic" pitchFamily="34" charset="-120"/>
              </a:rPr>
              <a:t>설계</a:t>
            </a:r>
            <a:endParaRPr lang="en-US" sz="1140" dirty="0"/>
          </a:p>
        </p:txBody>
      </p:sp>
      <p:sp>
        <p:nvSpPr>
          <p:cNvPr id="244" name="Shape 242"/>
          <p:cNvSpPr/>
          <p:nvPr/>
        </p:nvSpPr>
        <p:spPr>
          <a:xfrm>
            <a:off x="960120" y="4846320"/>
            <a:ext cx="10058400" cy="265176"/>
          </a:xfrm>
          <a:prstGeom prst="rect">
            <a:avLst/>
          </a:prstGeom>
          <a:solidFill>
            <a:srgbClr val="FFFFFF">
              <a:alpha val="96000"/>
            </a:srgbClr>
          </a:solidFill>
          <a:ln w="7620">
            <a:solidFill>
              <a:srgbClr val="C9D8E4"/>
            </a:solidFill>
            <a:prstDash val="solid"/>
          </a:ln>
        </p:spPr>
      </p:sp>
      <p:sp>
        <p:nvSpPr>
          <p:cNvPr id="245" name="Shape 243"/>
          <p:cNvSpPr/>
          <p:nvPr/>
        </p:nvSpPr>
        <p:spPr>
          <a:xfrm>
            <a:off x="1060704" y="4919472"/>
            <a:ext cx="164592" cy="164592"/>
          </a:xfrm>
          <a:prstGeom prst="rect">
            <a:avLst/>
          </a:prstGeom>
          <a:solidFill>
            <a:srgbClr val="2D8A70"/>
          </a:solidFill>
          <a:ln w="12700">
            <a:solidFill>
              <a:srgbClr val="2D8A70"/>
            </a:solidFill>
            <a:prstDash val="solid"/>
          </a:ln>
        </p:spPr>
      </p:sp>
      <p:sp>
        <p:nvSpPr>
          <p:cNvPr id="246" name="Shape 244"/>
          <p:cNvSpPr/>
          <p:nvPr/>
        </p:nvSpPr>
        <p:spPr>
          <a:xfrm>
            <a:off x="1088136" y="5010912"/>
            <a:ext cx="45720" cy="54864"/>
          </a:xfrm>
          <a:prstGeom prst="line">
            <a:avLst/>
          </a:prstGeom>
          <a:noFill/>
          <a:ln w="15240">
            <a:solidFill>
              <a:srgbClr val="FFFFFF"/>
            </a:solidFill>
            <a:prstDash val="solid"/>
          </a:ln>
        </p:spPr>
      </p:sp>
      <p:sp>
        <p:nvSpPr>
          <p:cNvPr id="247" name="Shape 245"/>
          <p:cNvSpPr/>
          <p:nvPr/>
        </p:nvSpPr>
        <p:spPr>
          <a:xfrm>
            <a:off x="1133856" y="5065776"/>
            <a:ext cx="82296" cy="0"/>
          </a:xfrm>
          <a:prstGeom prst="line">
            <a:avLst/>
          </a:prstGeom>
          <a:noFill/>
          <a:ln w="15240">
            <a:solidFill>
              <a:srgbClr val="FFFFFF"/>
            </a:solidFill>
            <a:prstDash val="solid"/>
          </a:ln>
        </p:spPr>
      </p:sp>
      <p:sp>
        <p:nvSpPr>
          <p:cNvPr id="248" name="Text 246"/>
          <p:cNvSpPr/>
          <p:nvPr/>
        </p:nvSpPr>
        <p:spPr>
          <a:xfrm>
            <a:off x="1307592" y="4910328"/>
            <a:ext cx="9619488" cy="182880"/>
          </a:xfrm>
          <a:prstGeom prst="rect">
            <a:avLst/>
          </a:prstGeom>
          <a:noFill/>
          <a:ln/>
        </p:spPr>
        <p:txBody>
          <a:bodyPr wrap="square" lIns="635" tIns="635" rIns="635" bIns="635" rtlCol="0" anchor="t">
            <a:normAutofit/>
          </a:bodyPr>
          <a:lstStyle/>
          <a:p>
            <a:pPr marL="0" indent="0" algn="l">
              <a:lnSpc>
                <a:spcPct val="90000"/>
              </a:lnSpc>
              <a:buNone/>
            </a:pPr>
            <a:r>
              <a:rPr lang="en-US" sz="1180" dirty="0">
                <a:solidFill>
                  <a:srgbClr val="0B1F33"/>
                </a:solidFill>
                <a:latin typeface="Malgun Gothic" pitchFamily="34" charset="0"/>
                <a:ea typeface="Malgun Gothic" pitchFamily="34" charset="-122"/>
                <a:cs typeface="Malgun Gothic" pitchFamily="34" charset="-120"/>
              </a:rPr>
              <a:t>Spec: 누가 쓰고 어떤 데이터가 남는가</a:t>
            </a:r>
            <a:endParaRPr lang="en-US" sz="1180" dirty="0"/>
          </a:p>
        </p:txBody>
      </p:sp>
      <p:sp>
        <p:nvSpPr>
          <p:cNvPr id="249" name="Shape 247"/>
          <p:cNvSpPr/>
          <p:nvPr/>
        </p:nvSpPr>
        <p:spPr>
          <a:xfrm>
            <a:off x="960120" y="5157216"/>
            <a:ext cx="10058400" cy="265176"/>
          </a:xfrm>
          <a:prstGeom prst="rect">
            <a:avLst/>
          </a:prstGeom>
          <a:solidFill>
            <a:srgbClr val="EFF7FC">
              <a:alpha val="96000"/>
            </a:srgbClr>
          </a:solidFill>
          <a:ln w="7620">
            <a:solidFill>
              <a:srgbClr val="C9D8E4"/>
            </a:solidFill>
            <a:prstDash val="solid"/>
          </a:ln>
        </p:spPr>
      </p:sp>
      <p:sp>
        <p:nvSpPr>
          <p:cNvPr id="250" name="Shape 248"/>
          <p:cNvSpPr/>
          <p:nvPr/>
        </p:nvSpPr>
        <p:spPr>
          <a:xfrm>
            <a:off x="1060704" y="5230368"/>
            <a:ext cx="164592" cy="164592"/>
          </a:xfrm>
          <a:prstGeom prst="rect">
            <a:avLst/>
          </a:prstGeom>
          <a:solidFill>
            <a:srgbClr val="2D8A70"/>
          </a:solidFill>
          <a:ln w="12700">
            <a:solidFill>
              <a:srgbClr val="2D8A70"/>
            </a:solidFill>
            <a:prstDash val="solid"/>
          </a:ln>
        </p:spPr>
      </p:sp>
      <p:sp>
        <p:nvSpPr>
          <p:cNvPr id="251" name="Shape 249"/>
          <p:cNvSpPr/>
          <p:nvPr/>
        </p:nvSpPr>
        <p:spPr>
          <a:xfrm>
            <a:off x="1088136" y="5321808"/>
            <a:ext cx="45720" cy="54864"/>
          </a:xfrm>
          <a:prstGeom prst="line">
            <a:avLst/>
          </a:prstGeom>
          <a:noFill/>
          <a:ln w="15240">
            <a:solidFill>
              <a:srgbClr val="FFFFFF"/>
            </a:solidFill>
            <a:prstDash val="solid"/>
          </a:ln>
        </p:spPr>
      </p:sp>
      <p:sp>
        <p:nvSpPr>
          <p:cNvPr id="252" name="Shape 250"/>
          <p:cNvSpPr/>
          <p:nvPr/>
        </p:nvSpPr>
        <p:spPr>
          <a:xfrm>
            <a:off x="1133856" y="5376672"/>
            <a:ext cx="82296" cy="0"/>
          </a:xfrm>
          <a:prstGeom prst="line">
            <a:avLst/>
          </a:prstGeom>
          <a:noFill/>
          <a:ln w="15240">
            <a:solidFill>
              <a:srgbClr val="FFFFFF"/>
            </a:solidFill>
            <a:prstDash val="solid"/>
          </a:ln>
        </p:spPr>
      </p:sp>
      <p:sp>
        <p:nvSpPr>
          <p:cNvPr id="253" name="Text 251"/>
          <p:cNvSpPr/>
          <p:nvPr/>
        </p:nvSpPr>
        <p:spPr>
          <a:xfrm>
            <a:off x="1307592" y="5221224"/>
            <a:ext cx="9619488" cy="182880"/>
          </a:xfrm>
          <a:prstGeom prst="rect">
            <a:avLst/>
          </a:prstGeom>
          <a:noFill/>
          <a:ln/>
        </p:spPr>
        <p:txBody>
          <a:bodyPr wrap="square" lIns="635" tIns="635" rIns="635" bIns="635" rtlCol="0" anchor="t">
            <a:normAutofit/>
          </a:bodyPr>
          <a:lstStyle/>
          <a:p>
            <a:pPr marL="0" indent="0" algn="l">
              <a:lnSpc>
                <a:spcPct val="90000"/>
              </a:lnSpc>
              <a:buNone/>
            </a:pPr>
            <a:r>
              <a:rPr lang="en-US" sz="1180" dirty="0">
                <a:solidFill>
                  <a:srgbClr val="0B1F33"/>
                </a:solidFill>
                <a:latin typeface="Malgun Gothic" pitchFamily="34" charset="0"/>
                <a:ea typeface="Malgun Gothic" pitchFamily="34" charset="-122"/>
                <a:cs typeface="Malgun Gothic" pitchFamily="34" charset="-120"/>
              </a:rPr>
              <a:t>검수: 등록, 투표, 정렬, CSV가 실제로 되는가</a:t>
            </a:r>
            <a:endParaRPr lang="en-US" sz="1180" dirty="0"/>
          </a:p>
        </p:txBody>
      </p:sp>
      <p:sp>
        <p:nvSpPr>
          <p:cNvPr id="254" name="Shape 252"/>
          <p:cNvSpPr/>
          <p:nvPr/>
        </p:nvSpPr>
        <p:spPr>
          <a:xfrm>
            <a:off x="960120" y="5468112"/>
            <a:ext cx="10058400" cy="265176"/>
          </a:xfrm>
          <a:prstGeom prst="rect">
            <a:avLst/>
          </a:prstGeom>
          <a:solidFill>
            <a:srgbClr val="FFFFFF">
              <a:alpha val="96000"/>
            </a:srgbClr>
          </a:solidFill>
          <a:ln w="7620">
            <a:solidFill>
              <a:srgbClr val="C9D8E4"/>
            </a:solidFill>
            <a:prstDash val="solid"/>
          </a:ln>
        </p:spPr>
      </p:sp>
      <p:sp>
        <p:nvSpPr>
          <p:cNvPr id="255" name="Shape 253"/>
          <p:cNvSpPr/>
          <p:nvPr/>
        </p:nvSpPr>
        <p:spPr>
          <a:xfrm>
            <a:off x="1060704" y="5541264"/>
            <a:ext cx="164592" cy="164592"/>
          </a:xfrm>
          <a:prstGeom prst="rect">
            <a:avLst/>
          </a:prstGeom>
          <a:solidFill>
            <a:srgbClr val="2D8A70"/>
          </a:solidFill>
          <a:ln w="12700">
            <a:solidFill>
              <a:srgbClr val="2D8A70"/>
            </a:solidFill>
            <a:prstDash val="solid"/>
          </a:ln>
        </p:spPr>
      </p:sp>
      <p:sp>
        <p:nvSpPr>
          <p:cNvPr id="256" name="Shape 254"/>
          <p:cNvSpPr/>
          <p:nvPr/>
        </p:nvSpPr>
        <p:spPr>
          <a:xfrm>
            <a:off x="1088136" y="5632704"/>
            <a:ext cx="45720" cy="54864"/>
          </a:xfrm>
          <a:prstGeom prst="line">
            <a:avLst/>
          </a:prstGeom>
          <a:noFill/>
          <a:ln w="15240">
            <a:solidFill>
              <a:srgbClr val="FFFFFF"/>
            </a:solidFill>
            <a:prstDash val="solid"/>
          </a:ln>
        </p:spPr>
      </p:sp>
      <p:sp>
        <p:nvSpPr>
          <p:cNvPr id="257" name="Shape 255"/>
          <p:cNvSpPr/>
          <p:nvPr/>
        </p:nvSpPr>
        <p:spPr>
          <a:xfrm>
            <a:off x="1133856" y="5687568"/>
            <a:ext cx="82296" cy="0"/>
          </a:xfrm>
          <a:prstGeom prst="line">
            <a:avLst/>
          </a:prstGeom>
          <a:noFill/>
          <a:ln w="15240">
            <a:solidFill>
              <a:srgbClr val="FFFFFF"/>
            </a:solidFill>
            <a:prstDash val="solid"/>
          </a:ln>
        </p:spPr>
      </p:sp>
      <p:sp>
        <p:nvSpPr>
          <p:cNvPr id="258" name="Text 256"/>
          <p:cNvSpPr/>
          <p:nvPr/>
        </p:nvSpPr>
        <p:spPr>
          <a:xfrm>
            <a:off x="1307592" y="5532120"/>
            <a:ext cx="9619488" cy="182880"/>
          </a:xfrm>
          <a:prstGeom prst="rect">
            <a:avLst/>
          </a:prstGeom>
          <a:noFill/>
          <a:ln/>
        </p:spPr>
        <p:txBody>
          <a:bodyPr wrap="square" lIns="635" tIns="635" rIns="635" bIns="635" rtlCol="0" anchor="t">
            <a:normAutofit/>
          </a:bodyPr>
          <a:lstStyle/>
          <a:p>
            <a:pPr marL="0" indent="0" algn="l">
              <a:lnSpc>
                <a:spcPct val="90000"/>
              </a:lnSpc>
              <a:buNone/>
            </a:pPr>
            <a:r>
              <a:rPr lang="en-US" sz="1180" dirty="0">
                <a:solidFill>
                  <a:srgbClr val="0B1F33"/>
                </a:solidFill>
                <a:latin typeface="Malgun Gothic" pitchFamily="34" charset="0"/>
                <a:ea typeface="Malgun Gothic" pitchFamily="34" charset="-122"/>
                <a:cs typeface="Malgun Gothic" pitchFamily="34" charset="-120"/>
              </a:rPr>
              <a:t>보안: 개인정보 없는 더미 데이터로만 실습</a:t>
            </a:r>
            <a:endParaRPr lang="en-US" sz="118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Examples / School Tools</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16</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작게 시작하고, 필요할 때 API와 DB를 연결한다.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확장 아이디어</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학교 업무도구 예시 4가지</a:t>
            </a:r>
            <a:endParaRPr lang="en-US" sz="2900" dirty="0"/>
          </a:p>
        </p:txBody>
      </p:sp>
      <p:sp>
        <p:nvSpPr>
          <p:cNvPr id="215" name="Shape 213"/>
          <p:cNvSpPr/>
          <p:nvPr/>
        </p:nvSpPr>
        <p:spPr>
          <a:xfrm>
            <a:off x="822960" y="1737360"/>
            <a:ext cx="4892040" cy="1243584"/>
          </a:xfrm>
          <a:prstGeom prst="roundRect">
            <a:avLst>
              <a:gd name="adj" fmla="val 4412"/>
            </a:avLst>
          </a:prstGeom>
          <a:solidFill>
            <a:srgbClr val="FCE5D3"/>
          </a:solidFill>
          <a:ln w="15240">
            <a:solidFill>
              <a:srgbClr val="EA6A1A"/>
            </a:solidFill>
            <a:prstDash val="solid"/>
          </a:ln>
        </p:spPr>
      </p:sp>
      <p:sp>
        <p:nvSpPr>
          <p:cNvPr id="216" name="Shape 214"/>
          <p:cNvSpPr/>
          <p:nvPr/>
        </p:nvSpPr>
        <p:spPr>
          <a:xfrm>
            <a:off x="932688" y="1847088"/>
            <a:ext cx="2011680" cy="310896"/>
          </a:xfrm>
          <a:prstGeom prst="rect">
            <a:avLst/>
          </a:prstGeom>
          <a:solidFill>
            <a:srgbClr val="EA6A1A"/>
          </a:solidFill>
          <a:ln w="12700">
            <a:solidFill>
              <a:srgbClr val="EA6A1A"/>
            </a:solidFill>
            <a:prstDash val="solid"/>
          </a:ln>
        </p:spPr>
      </p:sp>
      <p:sp>
        <p:nvSpPr>
          <p:cNvPr id="217" name="Text 215"/>
          <p:cNvSpPr/>
          <p:nvPr/>
        </p:nvSpPr>
        <p:spPr>
          <a:xfrm>
            <a:off x="1005840" y="1901952"/>
            <a:ext cx="186537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연수 질문·투표 보드</a:t>
            </a:r>
            <a:endParaRPr lang="en-US" sz="1050" dirty="0"/>
          </a:p>
        </p:txBody>
      </p:sp>
      <p:sp>
        <p:nvSpPr>
          <p:cNvPr id="218" name="Text 216"/>
          <p:cNvSpPr/>
          <p:nvPr/>
        </p:nvSpPr>
        <p:spPr>
          <a:xfrm>
            <a:off x="1024128" y="2267712"/>
            <a:ext cx="4489704" cy="548640"/>
          </a:xfrm>
          <a:prstGeom prst="rect">
            <a:avLst/>
          </a:prstGeom>
          <a:noFill/>
          <a:ln/>
        </p:spPr>
        <p:txBody>
          <a:bodyPr wrap="square" lIns="635" tIns="635" rIns="635" bIns="635" rtlCol="0" anchor="ctr">
            <a:normAutofit/>
          </a:bodyPr>
          <a:lstStyle/>
          <a:p>
            <a:pPr marL="0" indent="0" algn="l">
              <a:lnSpc>
                <a:spcPct val="90000"/>
              </a:lnSpc>
              <a:buNone/>
            </a:pPr>
            <a:r>
              <a:rPr lang="en-US" sz="1420" dirty="0">
                <a:solidFill>
                  <a:srgbClr val="0B1F33"/>
                </a:solidFill>
                <a:latin typeface="Malgun Gothic" pitchFamily="34" charset="0"/>
                <a:ea typeface="Malgun Gothic" pitchFamily="34" charset="-122"/>
                <a:cs typeface="Malgun Gothic" pitchFamily="34" charset="-120"/>
              </a:rPr>
              <a:t>DB: 질문/투표</a:t>
            </a:r>
            <a:endParaRPr lang="en-US" sz="1420" dirty="0"/>
          </a:p>
          <a:p>
            <a:pPr marL="0" indent="0" algn="l">
              <a:lnSpc>
                <a:spcPct val="90000"/>
              </a:lnSpc>
              <a:buNone/>
            </a:pPr>
            <a:r>
              <a:rPr lang="en-US" sz="1420" dirty="0">
                <a:solidFill>
                  <a:srgbClr val="0B1F33"/>
                </a:solidFill>
                <a:latin typeface="Malgun Gothic" pitchFamily="34" charset="0"/>
                <a:ea typeface="Malgun Gothic" pitchFamily="34" charset="-122"/>
                <a:cs typeface="Malgun Gothic" pitchFamily="34" charset="-120"/>
              </a:rPr>
              <a:t>API: 알림 선택</a:t>
            </a:r>
            <a:endParaRPr lang="en-US" sz="1420" dirty="0"/>
          </a:p>
        </p:txBody>
      </p:sp>
      <p:sp>
        <p:nvSpPr>
          <p:cNvPr id="219" name="Shape 217"/>
          <p:cNvSpPr/>
          <p:nvPr/>
        </p:nvSpPr>
        <p:spPr>
          <a:xfrm>
            <a:off x="868680" y="1783080"/>
            <a:ext cx="256032" cy="0"/>
          </a:xfrm>
          <a:prstGeom prst="line">
            <a:avLst/>
          </a:prstGeom>
          <a:noFill/>
          <a:ln w="13970">
            <a:solidFill>
              <a:srgbClr val="EA6A1A"/>
            </a:solidFill>
            <a:prstDash val="solid"/>
          </a:ln>
        </p:spPr>
      </p:sp>
      <p:sp>
        <p:nvSpPr>
          <p:cNvPr id="220" name="Shape 218"/>
          <p:cNvSpPr/>
          <p:nvPr/>
        </p:nvSpPr>
        <p:spPr>
          <a:xfrm>
            <a:off x="868680" y="1783080"/>
            <a:ext cx="0" cy="256032"/>
          </a:xfrm>
          <a:prstGeom prst="line">
            <a:avLst/>
          </a:prstGeom>
          <a:noFill/>
          <a:ln w="13970">
            <a:solidFill>
              <a:srgbClr val="EA6A1A"/>
            </a:solidFill>
            <a:prstDash val="solid"/>
          </a:ln>
        </p:spPr>
      </p:sp>
      <p:sp>
        <p:nvSpPr>
          <p:cNvPr id="221" name="Shape 219"/>
          <p:cNvSpPr/>
          <p:nvPr/>
        </p:nvSpPr>
        <p:spPr>
          <a:xfrm>
            <a:off x="5669280" y="1783080"/>
            <a:ext cx="0" cy="0"/>
          </a:xfrm>
          <a:prstGeom prst="line">
            <a:avLst/>
          </a:prstGeom>
          <a:noFill/>
          <a:ln w="13970">
            <a:solidFill>
              <a:srgbClr val="EA6A1A"/>
            </a:solidFill>
            <a:prstDash val="solid"/>
          </a:ln>
        </p:spPr>
      </p:sp>
      <p:sp>
        <p:nvSpPr>
          <p:cNvPr id="222" name="Shape 220"/>
          <p:cNvSpPr/>
          <p:nvPr/>
        </p:nvSpPr>
        <p:spPr>
          <a:xfrm>
            <a:off x="5669280" y="1783080"/>
            <a:ext cx="0" cy="256032"/>
          </a:xfrm>
          <a:prstGeom prst="line">
            <a:avLst/>
          </a:prstGeom>
          <a:noFill/>
          <a:ln w="13970">
            <a:solidFill>
              <a:srgbClr val="EA6A1A"/>
            </a:solidFill>
            <a:prstDash val="solid"/>
          </a:ln>
        </p:spPr>
      </p:sp>
      <p:sp>
        <p:nvSpPr>
          <p:cNvPr id="223" name="Shape 221"/>
          <p:cNvSpPr/>
          <p:nvPr/>
        </p:nvSpPr>
        <p:spPr>
          <a:xfrm>
            <a:off x="868680" y="2935224"/>
            <a:ext cx="256032" cy="0"/>
          </a:xfrm>
          <a:prstGeom prst="line">
            <a:avLst/>
          </a:prstGeom>
          <a:noFill/>
          <a:ln w="13970">
            <a:solidFill>
              <a:srgbClr val="EA6A1A"/>
            </a:solidFill>
            <a:prstDash val="solid"/>
          </a:ln>
        </p:spPr>
      </p:sp>
      <p:sp>
        <p:nvSpPr>
          <p:cNvPr id="224" name="Shape 222"/>
          <p:cNvSpPr/>
          <p:nvPr/>
        </p:nvSpPr>
        <p:spPr>
          <a:xfrm>
            <a:off x="868680" y="2935224"/>
            <a:ext cx="0" cy="0"/>
          </a:xfrm>
          <a:prstGeom prst="line">
            <a:avLst/>
          </a:prstGeom>
          <a:noFill/>
          <a:ln w="13970">
            <a:solidFill>
              <a:srgbClr val="EA6A1A"/>
            </a:solidFill>
            <a:prstDash val="solid"/>
          </a:ln>
        </p:spPr>
      </p:sp>
      <p:sp>
        <p:nvSpPr>
          <p:cNvPr id="225" name="Shape 223"/>
          <p:cNvSpPr/>
          <p:nvPr/>
        </p:nvSpPr>
        <p:spPr>
          <a:xfrm>
            <a:off x="5669280" y="2935224"/>
            <a:ext cx="0" cy="0"/>
          </a:xfrm>
          <a:prstGeom prst="line">
            <a:avLst/>
          </a:prstGeom>
          <a:noFill/>
          <a:ln w="13970">
            <a:solidFill>
              <a:srgbClr val="EA6A1A"/>
            </a:solidFill>
            <a:prstDash val="solid"/>
          </a:ln>
        </p:spPr>
      </p:sp>
      <p:sp>
        <p:nvSpPr>
          <p:cNvPr id="226" name="Shape 224"/>
          <p:cNvSpPr/>
          <p:nvPr/>
        </p:nvSpPr>
        <p:spPr>
          <a:xfrm>
            <a:off x="5669280" y="2935224"/>
            <a:ext cx="0" cy="0"/>
          </a:xfrm>
          <a:prstGeom prst="line">
            <a:avLst/>
          </a:prstGeom>
          <a:noFill/>
          <a:ln w="13970">
            <a:solidFill>
              <a:srgbClr val="EA6A1A"/>
            </a:solidFill>
            <a:prstDash val="solid"/>
          </a:ln>
        </p:spPr>
      </p:sp>
      <p:sp>
        <p:nvSpPr>
          <p:cNvPr id="227" name="Shape 225"/>
          <p:cNvSpPr/>
          <p:nvPr/>
        </p:nvSpPr>
        <p:spPr>
          <a:xfrm>
            <a:off x="6355080" y="1737360"/>
            <a:ext cx="4892040" cy="1243584"/>
          </a:xfrm>
          <a:prstGeom prst="roundRect">
            <a:avLst>
              <a:gd name="adj" fmla="val 4412"/>
            </a:avLst>
          </a:prstGeom>
          <a:solidFill>
            <a:srgbClr val="FFFFFF"/>
          </a:solidFill>
          <a:ln w="15240">
            <a:solidFill>
              <a:srgbClr val="256B9A"/>
            </a:solidFill>
            <a:prstDash val="solid"/>
          </a:ln>
        </p:spPr>
      </p:sp>
      <p:sp>
        <p:nvSpPr>
          <p:cNvPr id="228" name="Shape 226"/>
          <p:cNvSpPr/>
          <p:nvPr/>
        </p:nvSpPr>
        <p:spPr>
          <a:xfrm>
            <a:off x="6464808" y="1847088"/>
            <a:ext cx="2011680" cy="310896"/>
          </a:xfrm>
          <a:prstGeom prst="rect">
            <a:avLst/>
          </a:prstGeom>
          <a:solidFill>
            <a:srgbClr val="256B9A"/>
          </a:solidFill>
          <a:ln w="12700">
            <a:solidFill>
              <a:srgbClr val="256B9A"/>
            </a:solidFill>
            <a:prstDash val="solid"/>
          </a:ln>
        </p:spPr>
      </p:sp>
      <p:sp>
        <p:nvSpPr>
          <p:cNvPr id="229" name="Text 227"/>
          <p:cNvSpPr/>
          <p:nvPr/>
        </p:nvSpPr>
        <p:spPr>
          <a:xfrm>
            <a:off x="6537960" y="1901952"/>
            <a:ext cx="186537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시설·물품 요청 접수함</a:t>
            </a:r>
            <a:endParaRPr lang="en-US" sz="1050" dirty="0"/>
          </a:p>
        </p:txBody>
      </p:sp>
      <p:sp>
        <p:nvSpPr>
          <p:cNvPr id="230" name="Text 228"/>
          <p:cNvSpPr/>
          <p:nvPr/>
        </p:nvSpPr>
        <p:spPr>
          <a:xfrm>
            <a:off x="6556248" y="2267712"/>
            <a:ext cx="4489704" cy="548640"/>
          </a:xfrm>
          <a:prstGeom prst="rect">
            <a:avLst/>
          </a:prstGeom>
          <a:noFill/>
          <a:ln/>
        </p:spPr>
        <p:txBody>
          <a:bodyPr wrap="square" lIns="635" tIns="635" rIns="635" bIns="635" rtlCol="0" anchor="ctr">
            <a:normAutofit/>
          </a:bodyPr>
          <a:lstStyle/>
          <a:p>
            <a:pPr marL="0" indent="0" algn="l">
              <a:lnSpc>
                <a:spcPct val="90000"/>
              </a:lnSpc>
              <a:buNone/>
            </a:pPr>
            <a:r>
              <a:rPr lang="en-US" sz="1420" dirty="0">
                <a:solidFill>
                  <a:srgbClr val="0B1F33"/>
                </a:solidFill>
                <a:latin typeface="Malgun Gothic" pitchFamily="34" charset="0"/>
                <a:ea typeface="Malgun Gothic" pitchFamily="34" charset="-122"/>
                <a:cs typeface="Malgun Gothic" pitchFamily="34" charset="-120"/>
              </a:rPr>
              <a:t>DB: 요청/처리상태</a:t>
            </a:r>
            <a:endParaRPr lang="en-US" sz="1420" dirty="0"/>
          </a:p>
          <a:p>
            <a:pPr marL="0" indent="0" algn="l">
              <a:lnSpc>
                <a:spcPct val="90000"/>
              </a:lnSpc>
              <a:buNone/>
            </a:pPr>
            <a:r>
              <a:rPr lang="en-US" sz="1420" dirty="0">
                <a:solidFill>
                  <a:srgbClr val="0B1F33"/>
                </a:solidFill>
                <a:latin typeface="Malgun Gothic" pitchFamily="34" charset="0"/>
                <a:ea typeface="Malgun Gothic" pitchFamily="34" charset="-122"/>
                <a:cs typeface="Malgun Gothic" pitchFamily="34" charset="-120"/>
              </a:rPr>
              <a:t>API: 담당자 알림</a:t>
            </a:r>
            <a:endParaRPr lang="en-US" sz="1420" dirty="0"/>
          </a:p>
        </p:txBody>
      </p:sp>
      <p:sp>
        <p:nvSpPr>
          <p:cNvPr id="231" name="Shape 229"/>
          <p:cNvSpPr/>
          <p:nvPr/>
        </p:nvSpPr>
        <p:spPr>
          <a:xfrm>
            <a:off x="6400800" y="1783080"/>
            <a:ext cx="256032" cy="0"/>
          </a:xfrm>
          <a:prstGeom prst="line">
            <a:avLst/>
          </a:prstGeom>
          <a:noFill/>
          <a:ln w="13970">
            <a:solidFill>
              <a:srgbClr val="256B9A"/>
            </a:solidFill>
            <a:prstDash val="solid"/>
          </a:ln>
        </p:spPr>
      </p:sp>
      <p:sp>
        <p:nvSpPr>
          <p:cNvPr id="232" name="Shape 230"/>
          <p:cNvSpPr/>
          <p:nvPr/>
        </p:nvSpPr>
        <p:spPr>
          <a:xfrm>
            <a:off x="6400800" y="1783080"/>
            <a:ext cx="0" cy="256032"/>
          </a:xfrm>
          <a:prstGeom prst="line">
            <a:avLst/>
          </a:prstGeom>
          <a:noFill/>
          <a:ln w="13970">
            <a:solidFill>
              <a:srgbClr val="256B9A"/>
            </a:solidFill>
            <a:prstDash val="solid"/>
          </a:ln>
        </p:spPr>
      </p:sp>
      <p:sp>
        <p:nvSpPr>
          <p:cNvPr id="233" name="Shape 231"/>
          <p:cNvSpPr/>
          <p:nvPr/>
        </p:nvSpPr>
        <p:spPr>
          <a:xfrm>
            <a:off x="11201400" y="1783080"/>
            <a:ext cx="0" cy="0"/>
          </a:xfrm>
          <a:prstGeom prst="line">
            <a:avLst/>
          </a:prstGeom>
          <a:noFill/>
          <a:ln w="13970">
            <a:solidFill>
              <a:srgbClr val="256B9A"/>
            </a:solidFill>
            <a:prstDash val="solid"/>
          </a:ln>
        </p:spPr>
      </p:sp>
      <p:sp>
        <p:nvSpPr>
          <p:cNvPr id="234" name="Shape 232"/>
          <p:cNvSpPr/>
          <p:nvPr/>
        </p:nvSpPr>
        <p:spPr>
          <a:xfrm>
            <a:off x="11201400" y="1783080"/>
            <a:ext cx="0" cy="256032"/>
          </a:xfrm>
          <a:prstGeom prst="line">
            <a:avLst/>
          </a:prstGeom>
          <a:noFill/>
          <a:ln w="13970">
            <a:solidFill>
              <a:srgbClr val="256B9A"/>
            </a:solidFill>
            <a:prstDash val="solid"/>
          </a:ln>
        </p:spPr>
      </p:sp>
      <p:sp>
        <p:nvSpPr>
          <p:cNvPr id="235" name="Shape 233"/>
          <p:cNvSpPr/>
          <p:nvPr/>
        </p:nvSpPr>
        <p:spPr>
          <a:xfrm>
            <a:off x="6400800" y="2935224"/>
            <a:ext cx="256032" cy="0"/>
          </a:xfrm>
          <a:prstGeom prst="line">
            <a:avLst/>
          </a:prstGeom>
          <a:noFill/>
          <a:ln w="13970">
            <a:solidFill>
              <a:srgbClr val="256B9A"/>
            </a:solidFill>
            <a:prstDash val="solid"/>
          </a:ln>
        </p:spPr>
      </p:sp>
      <p:sp>
        <p:nvSpPr>
          <p:cNvPr id="236" name="Shape 234"/>
          <p:cNvSpPr/>
          <p:nvPr/>
        </p:nvSpPr>
        <p:spPr>
          <a:xfrm>
            <a:off x="6400800" y="2935224"/>
            <a:ext cx="0" cy="0"/>
          </a:xfrm>
          <a:prstGeom prst="line">
            <a:avLst/>
          </a:prstGeom>
          <a:noFill/>
          <a:ln w="13970">
            <a:solidFill>
              <a:srgbClr val="256B9A"/>
            </a:solidFill>
            <a:prstDash val="solid"/>
          </a:ln>
        </p:spPr>
      </p:sp>
      <p:sp>
        <p:nvSpPr>
          <p:cNvPr id="237" name="Shape 235"/>
          <p:cNvSpPr/>
          <p:nvPr/>
        </p:nvSpPr>
        <p:spPr>
          <a:xfrm>
            <a:off x="11201400" y="2935224"/>
            <a:ext cx="0" cy="0"/>
          </a:xfrm>
          <a:prstGeom prst="line">
            <a:avLst/>
          </a:prstGeom>
          <a:noFill/>
          <a:ln w="13970">
            <a:solidFill>
              <a:srgbClr val="256B9A"/>
            </a:solidFill>
            <a:prstDash val="solid"/>
          </a:ln>
        </p:spPr>
      </p:sp>
      <p:sp>
        <p:nvSpPr>
          <p:cNvPr id="238" name="Shape 236"/>
          <p:cNvSpPr/>
          <p:nvPr/>
        </p:nvSpPr>
        <p:spPr>
          <a:xfrm>
            <a:off x="11201400" y="2935224"/>
            <a:ext cx="0" cy="0"/>
          </a:xfrm>
          <a:prstGeom prst="line">
            <a:avLst/>
          </a:prstGeom>
          <a:noFill/>
          <a:ln w="13970">
            <a:solidFill>
              <a:srgbClr val="256B9A"/>
            </a:solidFill>
            <a:prstDash val="solid"/>
          </a:ln>
        </p:spPr>
      </p:sp>
      <p:sp>
        <p:nvSpPr>
          <p:cNvPr id="239" name="Shape 237"/>
          <p:cNvSpPr/>
          <p:nvPr/>
        </p:nvSpPr>
        <p:spPr>
          <a:xfrm>
            <a:off x="822960" y="3474720"/>
            <a:ext cx="4892040" cy="1243584"/>
          </a:xfrm>
          <a:prstGeom prst="roundRect">
            <a:avLst>
              <a:gd name="adj" fmla="val 4412"/>
            </a:avLst>
          </a:prstGeom>
          <a:solidFill>
            <a:srgbClr val="FCE5D3"/>
          </a:solidFill>
          <a:ln w="15240">
            <a:solidFill>
              <a:srgbClr val="EA6A1A"/>
            </a:solidFill>
            <a:prstDash val="solid"/>
          </a:ln>
        </p:spPr>
      </p:sp>
      <p:sp>
        <p:nvSpPr>
          <p:cNvPr id="240" name="Shape 238"/>
          <p:cNvSpPr/>
          <p:nvPr/>
        </p:nvSpPr>
        <p:spPr>
          <a:xfrm>
            <a:off x="932688" y="3584448"/>
            <a:ext cx="2011680" cy="310896"/>
          </a:xfrm>
          <a:prstGeom prst="rect">
            <a:avLst/>
          </a:prstGeom>
          <a:solidFill>
            <a:srgbClr val="EA6A1A"/>
          </a:solidFill>
          <a:ln w="12700">
            <a:solidFill>
              <a:srgbClr val="EA6A1A"/>
            </a:solidFill>
            <a:prstDash val="solid"/>
          </a:ln>
        </p:spPr>
      </p:sp>
      <p:sp>
        <p:nvSpPr>
          <p:cNvPr id="241" name="Text 239"/>
          <p:cNvSpPr/>
          <p:nvPr/>
        </p:nvSpPr>
        <p:spPr>
          <a:xfrm>
            <a:off x="1005840" y="3639312"/>
            <a:ext cx="186537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행사·연수 신청 관리</a:t>
            </a:r>
            <a:endParaRPr lang="en-US" sz="1050" dirty="0"/>
          </a:p>
        </p:txBody>
      </p:sp>
      <p:sp>
        <p:nvSpPr>
          <p:cNvPr id="242" name="Text 240"/>
          <p:cNvSpPr/>
          <p:nvPr/>
        </p:nvSpPr>
        <p:spPr>
          <a:xfrm>
            <a:off x="1024128" y="4005072"/>
            <a:ext cx="4489704" cy="548640"/>
          </a:xfrm>
          <a:prstGeom prst="rect">
            <a:avLst/>
          </a:prstGeom>
          <a:noFill/>
          <a:ln/>
        </p:spPr>
        <p:txBody>
          <a:bodyPr wrap="square" lIns="635" tIns="635" rIns="635" bIns="635" rtlCol="0" anchor="ctr">
            <a:normAutofit/>
          </a:bodyPr>
          <a:lstStyle/>
          <a:p>
            <a:pPr marL="0" indent="0" algn="l">
              <a:lnSpc>
                <a:spcPct val="90000"/>
              </a:lnSpc>
              <a:buNone/>
            </a:pPr>
            <a:r>
              <a:rPr lang="en-US" sz="1420" dirty="0">
                <a:solidFill>
                  <a:srgbClr val="0B1F33"/>
                </a:solidFill>
                <a:latin typeface="Malgun Gothic" pitchFamily="34" charset="0"/>
                <a:ea typeface="Malgun Gothic" pitchFamily="34" charset="-122"/>
                <a:cs typeface="Malgun Gothic" pitchFamily="34" charset="-120"/>
              </a:rPr>
              <a:t>DB: 신청자</a:t>
            </a:r>
            <a:endParaRPr lang="en-US" sz="1420" dirty="0"/>
          </a:p>
          <a:p>
            <a:pPr marL="0" indent="0" algn="l">
              <a:lnSpc>
                <a:spcPct val="90000"/>
              </a:lnSpc>
              <a:buNone/>
            </a:pPr>
            <a:r>
              <a:rPr lang="en-US" sz="1420" dirty="0">
                <a:solidFill>
                  <a:srgbClr val="0B1F33"/>
                </a:solidFill>
                <a:latin typeface="Malgun Gothic" pitchFamily="34" charset="0"/>
                <a:ea typeface="Malgun Gothic" pitchFamily="34" charset="-122"/>
                <a:cs typeface="Malgun Gothic" pitchFamily="34" charset="-120"/>
              </a:rPr>
              <a:t>API: Sheets/메일</a:t>
            </a:r>
            <a:endParaRPr lang="en-US" sz="1420" dirty="0"/>
          </a:p>
        </p:txBody>
      </p:sp>
      <p:sp>
        <p:nvSpPr>
          <p:cNvPr id="243" name="Shape 241"/>
          <p:cNvSpPr/>
          <p:nvPr/>
        </p:nvSpPr>
        <p:spPr>
          <a:xfrm>
            <a:off x="868680" y="3520440"/>
            <a:ext cx="256032" cy="0"/>
          </a:xfrm>
          <a:prstGeom prst="line">
            <a:avLst/>
          </a:prstGeom>
          <a:noFill/>
          <a:ln w="13970">
            <a:solidFill>
              <a:srgbClr val="EA6A1A"/>
            </a:solidFill>
            <a:prstDash val="solid"/>
          </a:ln>
        </p:spPr>
      </p:sp>
      <p:sp>
        <p:nvSpPr>
          <p:cNvPr id="244" name="Shape 242"/>
          <p:cNvSpPr/>
          <p:nvPr/>
        </p:nvSpPr>
        <p:spPr>
          <a:xfrm>
            <a:off x="868680" y="3520440"/>
            <a:ext cx="0" cy="256032"/>
          </a:xfrm>
          <a:prstGeom prst="line">
            <a:avLst/>
          </a:prstGeom>
          <a:noFill/>
          <a:ln w="13970">
            <a:solidFill>
              <a:srgbClr val="EA6A1A"/>
            </a:solidFill>
            <a:prstDash val="solid"/>
          </a:ln>
        </p:spPr>
      </p:sp>
      <p:sp>
        <p:nvSpPr>
          <p:cNvPr id="245" name="Shape 243"/>
          <p:cNvSpPr/>
          <p:nvPr/>
        </p:nvSpPr>
        <p:spPr>
          <a:xfrm>
            <a:off x="5669280" y="3520440"/>
            <a:ext cx="0" cy="0"/>
          </a:xfrm>
          <a:prstGeom prst="line">
            <a:avLst/>
          </a:prstGeom>
          <a:noFill/>
          <a:ln w="13970">
            <a:solidFill>
              <a:srgbClr val="EA6A1A"/>
            </a:solidFill>
            <a:prstDash val="solid"/>
          </a:ln>
        </p:spPr>
      </p:sp>
      <p:sp>
        <p:nvSpPr>
          <p:cNvPr id="246" name="Shape 244"/>
          <p:cNvSpPr/>
          <p:nvPr/>
        </p:nvSpPr>
        <p:spPr>
          <a:xfrm>
            <a:off x="5669280" y="3520440"/>
            <a:ext cx="0" cy="256032"/>
          </a:xfrm>
          <a:prstGeom prst="line">
            <a:avLst/>
          </a:prstGeom>
          <a:noFill/>
          <a:ln w="13970">
            <a:solidFill>
              <a:srgbClr val="EA6A1A"/>
            </a:solidFill>
            <a:prstDash val="solid"/>
          </a:ln>
        </p:spPr>
      </p:sp>
      <p:sp>
        <p:nvSpPr>
          <p:cNvPr id="247" name="Shape 245"/>
          <p:cNvSpPr/>
          <p:nvPr/>
        </p:nvSpPr>
        <p:spPr>
          <a:xfrm>
            <a:off x="868680" y="4672584"/>
            <a:ext cx="256032" cy="0"/>
          </a:xfrm>
          <a:prstGeom prst="line">
            <a:avLst/>
          </a:prstGeom>
          <a:noFill/>
          <a:ln w="13970">
            <a:solidFill>
              <a:srgbClr val="EA6A1A"/>
            </a:solidFill>
            <a:prstDash val="solid"/>
          </a:ln>
        </p:spPr>
      </p:sp>
      <p:sp>
        <p:nvSpPr>
          <p:cNvPr id="248" name="Shape 246"/>
          <p:cNvSpPr/>
          <p:nvPr/>
        </p:nvSpPr>
        <p:spPr>
          <a:xfrm>
            <a:off x="868680" y="4672584"/>
            <a:ext cx="0" cy="0"/>
          </a:xfrm>
          <a:prstGeom prst="line">
            <a:avLst/>
          </a:prstGeom>
          <a:noFill/>
          <a:ln w="13970">
            <a:solidFill>
              <a:srgbClr val="EA6A1A"/>
            </a:solidFill>
            <a:prstDash val="solid"/>
          </a:ln>
        </p:spPr>
      </p:sp>
      <p:sp>
        <p:nvSpPr>
          <p:cNvPr id="249" name="Shape 247"/>
          <p:cNvSpPr/>
          <p:nvPr/>
        </p:nvSpPr>
        <p:spPr>
          <a:xfrm>
            <a:off x="5669280" y="4672584"/>
            <a:ext cx="0" cy="0"/>
          </a:xfrm>
          <a:prstGeom prst="line">
            <a:avLst/>
          </a:prstGeom>
          <a:noFill/>
          <a:ln w="13970">
            <a:solidFill>
              <a:srgbClr val="EA6A1A"/>
            </a:solidFill>
            <a:prstDash val="solid"/>
          </a:ln>
        </p:spPr>
      </p:sp>
      <p:sp>
        <p:nvSpPr>
          <p:cNvPr id="250" name="Shape 248"/>
          <p:cNvSpPr/>
          <p:nvPr/>
        </p:nvSpPr>
        <p:spPr>
          <a:xfrm>
            <a:off x="5669280" y="4672584"/>
            <a:ext cx="0" cy="0"/>
          </a:xfrm>
          <a:prstGeom prst="line">
            <a:avLst/>
          </a:prstGeom>
          <a:noFill/>
          <a:ln w="13970">
            <a:solidFill>
              <a:srgbClr val="EA6A1A"/>
            </a:solidFill>
            <a:prstDash val="solid"/>
          </a:ln>
        </p:spPr>
      </p:sp>
      <p:sp>
        <p:nvSpPr>
          <p:cNvPr id="251" name="Shape 249"/>
          <p:cNvSpPr/>
          <p:nvPr/>
        </p:nvSpPr>
        <p:spPr>
          <a:xfrm>
            <a:off x="6355080" y="3474720"/>
            <a:ext cx="4892040" cy="1243584"/>
          </a:xfrm>
          <a:prstGeom prst="roundRect">
            <a:avLst>
              <a:gd name="adj" fmla="val 4412"/>
            </a:avLst>
          </a:prstGeom>
          <a:solidFill>
            <a:srgbClr val="FFFFFF"/>
          </a:solidFill>
          <a:ln w="15240">
            <a:solidFill>
              <a:srgbClr val="256B9A"/>
            </a:solidFill>
            <a:prstDash val="solid"/>
          </a:ln>
        </p:spPr>
      </p:sp>
      <p:sp>
        <p:nvSpPr>
          <p:cNvPr id="252" name="Shape 250"/>
          <p:cNvSpPr/>
          <p:nvPr/>
        </p:nvSpPr>
        <p:spPr>
          <a:xfrm>
            <a:off x="6464808" y="3584448"/>
            <a:ext cx="2011680" cy="310896"/>
          </a:xfrm>
          <a:prstGeom prst="rect">
            <a:avLst/>
          </a:prstGeom>
          <a:solidFill>
            <a:srgbClr val="256B9A"/>
          </a:solidFill>
          <a:ln w="12700">
            <a:solidFill>
              <a:srgbClr val="256B9A"/>
            </a:solidFill>
            <a:prstDash val="solid"/>
          </a:ln>
        </p:spPr>
      </p:sp>
      <p:sp>
        <p:nvSpPr>
          <p:cNvPr id="253" name="Text 251"/>
          <p:cNvSpPr/>
          <p:nvPr/>
        </p:nvSpPr>
        <p:spPr>
          <a:xfrm>
            <a:off x="6537960" y="3639312"/>
            <a:ext cx="186537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안전점검 체크리스트</a:t>
            </a:r>
            <a:endParaRPr lang="en-US" sz="1050" dirty="0"/>
          </a:p>
        </p:txBody>
      </p:sp>
      <p:sp>
        <p:nvSpPr>
          <p:cNvPr id="254" name="Text 252"/>
          <p:cNvSpPr/>
          <p:nvPr/>
        </p:nvSpPr>
        <p:spPr>
          <a:xfrm>
            <a:off x="6556248" y="4005072"/>
            <a:ext cx="4489704" cy="548640"/>
          </a:xfrm>
          <a:prstGeom prst="rect">
            <a:avLst/>
          </a:prstGeom>
          <a:noFill/>
          <a:ln/>
        </p:spPr>
        <p:txBody>
          <a:bodyPr wrap="square" lIns="635" tIns="635" rIns="635" bIns="635" rtlCol="0" anchor="ctr">
            <a:normAutofit/>
          </a:bodyPr>
          <a:lstStyle/>
          <a:p>
            <a:pPr marL="0" indent="0" algn="l">
              <a:lnSpc>
                <a:spcPct val="90000"/>
              </a:lnSpc>
              <a:buNone/>
            </a:pPr>
            <a:r>
              <a:rPr lang="en-US" sz="1420" dirty="0">
                <a:solidFill>
                  <a:srgbClr val="0B1F33"/>
                </a:solidFill>
                <a:latin typeface="Malgun Gothic" pitchFamily="34" charset="0"/>
                <a:ea typeface="Malgun Gothic" pitchFamily="34" charset="-122"/>
                <a:cs typeface="Malgun Gothic" pitchFamily="34" charset="-120"/>
              </a:rPr>
              <a:t>DB: 점검 기록</a:t>
            </a:r>
            <a:endParaRPr lang="en-US" sz="1420" dirty="0"/>
          </a:p>
          <a:p>
            <a:pPr marL="0" indent="0" algn="l">
              <a:lnSpc>
                <a:spcPct val="90000"/>
              </a:lnSpc>
              <a:buNone/>
            </a:pPr>
            <a:r>
              <a:rPr lang="en-US" sz="1420" dirty="0">
                <a:solidFill>
                  <a:srgbClr val="0B1F33"/>
                </a:solidFill>
                <a:latin typeface="Malgun Gothic" pitchFamily="34" charset="0"/>
                <a:ea typeface="Malgun Gothic" pitchFamily="34" charset="-122"/>
                <a:cs typeface="Malgun Gothic" pitchFamily="34" charset="-120"/>
              </a:rPr>
              <a:t>Storage: 사진</a:t>
            </a:r>
            <a:endParaRPr lang="en-US" sz="1420" dirty="0"/>
          </a:p>
        </p:txBody>
      </p:sp>
      <p:sp>
        <p:nvSpPr>
          <p:cNvPr id="255" name="Shape 253"/>
          <p:cNvSpPr/>
          <p:nvPr/>
        </p:nvSpPr>
        <p:spPr>
          <a:xfrm>
            <a:off x="6400800" y="3520440"/>
            <a:ext cx="256032" cy="0"/>
          </a:xfrm>
          <a:prstGeom prst="line">
            <a:avLst/>
          </a:prstGeom>
          <a:noFill/>
          <a:ln w="13970">
            <a:solidFill>
              <a:srgbClr val="256B9A"/>
            </a:solidFill>
            <a:prstDash val="solid"/>
          </a:ln>
        </p:spPr>
      </p:sp>
      <p:sp>
        <p:nvSpPr>
          <p:cNvPr id="256" name="Shape 254"/>
          <p:cNvSpPr/>
          <p:nvPr/>
        </p:nvSpPr>
        <p:spPr>
          <a:xfrm>
            <a:off x="6400800" y="3520440"/>
            <a:ext cx="0" cy="256032"/>
          </a:xfrm>
          <a:prstGeom prst="line">
            <a:avLst/>
          </a:prstGeom>
          <a:noFill/>
          <a:ln w="13970">
            <a:solidFill>
              <a:srgbClr val="256B9A"/>
            </a:solidFill>
            <a:prstDash val="solid"/>
          </a:ln>
        </p:spPr>
      </p:sp>
      <p:sp>
        <p:nvSpPr>
          <p:cNvPr id="257" name="Shape 255"/>
          <p:cNvSpPr/>
          <p:nvPr/>
        </p:nvSpPr>
        <p:spPr>
          <a:xfrm>
            <a:off x="11201400" y="3520440"/>
            <a:ext cx="0" cy="0"/>
          </a:xfrm>
          <a:prstGeom prst="line">
            <a:avLst/>
          </a:prstGeom>
          <a:noFill/>
          <a:ln w="13970">
            <a:solidFill>
              <a:srgbClr val="256B9A"/>
            </a:solidFill>
            <a:prstDash val="solid"/>
          </a:ln>
        </p:spPr>
      </p:sp>
      <p:sp>
        <p:nvSpPr>
          <p:cNvPr id="258" name="Shape 256"/>
          <p:cNvSpPr/>
          <p:nvPr/>
        </p:nvSpPr>
        <p:spPr>
          <a:xfrm>
            <a:off x="11201400" y="3520440"/>
            <a:ext cx="0" cy="256032"/>
          </a:xfrm>
          <a:prstGeom prst="line">
            <a:avLst/>
          </a:prstGeom>
          <a:noFill/>
          <a:ln w="13970">
            <a:solidFill>
              <a:srgbClr val="256B9A"/>
            </a:solidFill>
            <a:prstDash val="solid"/>
          </a:ln>
        </p:spPr>
      </p:sp>
      <p:sp>
        <p:nvSpPr>
          <p:cNvPr id="259" name="Shape 257"/>
          <p:cNvSpPr/>
          <p:nvPr/>
        </p:nvSpPr>
        <p:spPr>
          <a:xfrm>
            <a:off x="6400800" y="4672584"/>
            <a:ext cx="256032" cy="0"/>
          </a:xfrm>
          <a:prstGeom prst="line">
            <a:avLst/>
          </a:prstGeom>
          <a:noFill/>
          <a:ln w="13970">
            <a:solidFill>
              <a:srgbClr val="256B9A"/>
            </a:solidFill>
            <a:prstDash val="solid"/>
          </a:ln>
        </p:spPr>
      </p:sp>
      <p:sp>
        <p:nvSpPr>
          <p:cNvPr id="260" name="Shape 258"/>
          <p:cNvSpPr/>
          <p:nvPr/>
        </p:nvSpPr>
        <p:spPr>
          <a:xfrm>
            <a:off x="6400800" y="4672584"/>
            <a:ext cx="0" cy="0"/>
          </a:xfrm>
          <a:prstGeom prst="line">
            <a:avLst/>
          </a:prstGeom>
          <a:noFill/>
          <a:ln w="13970">
            <a:solidFill>
              <a:srgbClr val="256B9A"/>
            </a:solidFill>
            <a:prstDash val="solid"/>
          </a:ln>
        </p:spPr>
      </p:sp>
      <p:sp>
        <p:nvSpPr>
          <p:cNvPr id="261" name="Shape 259"/>
          <p:cNvSpPr/>
          <p:nvPr/>
        </p:nvSpPr>
        <p:spPr>
          <a:xfrm>
            <a:off x="11201400" y="4672584"/>
            <a:ext cx="0" cy="0"/>
          </a:xfrm>
          <a:prstGeom prst="line">
            <a:avLst/>
          </a:prstGeom>
          <a:noFill/>
          <a:ln w="13970">
            <a:solidFill>
              <a:srgbClr val="256B9A"/>
            </a:solidFill>
            <a:prstDash val="solid"/>
          </a:ln>
        </p:spPr>
      </p:sp>
      <p:sp>
        <p:nvSpPr>
          <p:cNvPr id="262" name="Shape 260"/>
          <p:cNvSpPr/>
          <p:nvPr/>
        </p:nvSpPr>
        <p:spPr>
          <a:xfrm>
            <a:off x="11201400" y="4672584"/>
            <a:ext cx="0" cy="0"/>
          </a:xfrm>
          <a:prstGeom prst="line">
            <a:avLst/>
          </a:prstGeom>
          <a:noFill/>
          <a:ln w="13970">
            <a:solidFill>
              <a:srgbClr val="256B9A"/>
            </a:solidFill>
            <a:prstDash val="solid"/>
          </a:ln>
        </p:spPr>
      </p:sp>
      <p:sp>
        <p:nvSpPr>
          <p:cNvPr id="263" name="Text 261"/>
          <p:cNvSpPr/>
          <p:nvPr/>
        </p:nvSpPr>
        <p:spPr>
          <a:xfrm>
            <a:off x="960120" y="5138928"/>
            <a:ext cx="10241280" cy="384048"/>
          </a:xfrm>
          <a:prstGeom prst="rect">
            <a:avLst/>
          </a:prstGeom>
          <a:noFill/>
          <a:ln/>
        </p:spPr>
        <p:txBody>
          <a:bodyPr wrap="square" lIns="635" tIns="635" rIns="635" bIns="635" rtlCol="0" anchor="t">
            <a:normAutofit fontScale="92500" lnSpcReduction="10000"/>
          </a:bodyPr>
          <a:lstStyle/>
          <a:p>
            <a:pPr marL="0" indent="0" algn="ctr">
              <a:lnSpc>
                <a:spcPct val="90000"/>
              </a:lnSpc>
              <a:buNone/>
            </a:pPr>
            <a:r>
              <a:rPr lang="en-US" sz="1650" b="1" dirty="0">
                <a:solidFill>
                  <a:srgbClr val="0B1F33"/>
                </a:solidFill>
                <a:latin typeface="Malgun Gothic" pitchFamily="34" charset="0"/>
                <a:ea typeface="Malgun Gothic" pitchFamily="34" charset="-122"/>
                <a:cs typeface="Malgun Gothic" pitchFamily="34" charset="-120"/>
              </a:rPr>
              <a:t>처음부터 거대한 시스템을 만들지 않습니다. 작은 업무 병목 하나를 고르고, 저장과 공유가 필요할 때 Supabase로 확장합니다.</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Agents / Worktrees</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17</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Codex는 내가 지휘하는 작은 AI 개발팀처럼 일할 수 있다.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병렬 실행</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서브에이전트와 역할 분담</a:t>
            </a:r>
            <a:endParaRPr lang="en-US" sz="2900" dirty="0"/>
          </a:p>
        </p:txBody>
      </p:sp>
      <p:sp>
        <p:nvSpPr>
          <p:cNvPr id="215" name="Shape 213"/>
          <p:cNvSpPr/>
          <p:nvPr/>
        </p:nvSpPr>
        <p:spPr>
          <a:xfrm>
            <a:off x="4709160" y="1417320"/>
            <a:ext cx="2743200" cy="868680"/>
          </a:xfrm>
          <a:prstGeom prst="roundRect">
            <a:avLst>
              <a:gd name="adj" fmla="val 6316"/>
            </a:avLst>
          </a:prstGeom>
          <a:solidFill>
            <a:srgbClr val="EFF7FC"/>
          </a:solidFill>
          <a:ln w="15240">
            <a:solidFill>
              <a:srgbClr val="153A5B"/>
            </a:solidFill>
            <a:prstDash val="solid"/>
          </a:ln>
        </p:spPr>
      </p:sp>
      <p:sp>
        <p:nvSpPr>
          <p:cNvPr id="216" name="Shape 214"/>
          <p:cNvSpPr/>
          <p:nvPr/>
        </p:nvSpPr>
        <p:spPr>
          <a:xfrm>
            <a:off x="4818888" y="1527048"/>
            <a:ext cx="1508760" cy="310896"/>
          </a:xfrm>
          <a:prstGeom prst="rect">
            <a:avLst/>
          </a:prstGeom>
          <a:solidFill>
            <a:srgbClr val="153A5B"/>
          </a:solidFill>
          <a:ln w="12700">
            <a:solidFill>
              <a:srgbClr val="153A5B"/>
            </a:solidFill>
            <a:prstDash val="solid"/>
          </a:ln>
        </p:spPr>
      </p:sp>
      <p:sp>
        <p:nvSpPr>
          <p:cNvPr id="217" name="Text 215"/>
          <p:cNvSpPr/>
          <p:nvPr/>
        </p:nvSpPr>
        <p:spPr>
          <a:xfrm>
            <a:off x="4892040" y="1581912"/>
            <a:ext cx="136245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Main Agent</a:t>
            </a:r>
            <a:endParaRPr lang="en-US" sz="1050" dirty="0"/>
          </a:p>
        </p:txBody>
      </p:sp>
      <p:sp>
        <p:nvSpPr>
          <p:cNvPr id="218" name="Text 216"/>
          <p:cNvSpPr/>
          <p:nvPr/>
        </p:nvSpPr>
        <p:spPr>
          <a:xfrm>
            <a:off x="4910328" y="1947672"/>
            <a:ext cx="2340864" cy="173736"/>
          </a:xfrm>
          <a:prstGeom prst="rect">
            <a:avLst/>
          </a:prstGeom>
          <a:noFill/>
          <a:ln/>
        </p:spPr>
        <p:txBody>
          <a:bodyPr wrap="square" lIns="635" tIns="635" rIns="635" bIns="635" rtlCol="0" anchor="ctr">
            <a:normAutofit fontScale="62500" lnSpcReduction="20000"/>
          </a:bodyPr>
          <a:lstStyle/>
          <a:p>
            <a:pPr marL="0" indent="0" algn="ctr">
              <a:lnSpc>
                <a:spcPct val="90000"/>
              </a:lnSpc>
              <a:buNone/>
            </a:pPr>
            <a:r>
              <a:rPr lang="en-US" sz="1350" dirty="0">
                <a:solidFill>
                  <a:srgbClr val="0B1F33"/>
                </a:solidFill>
                <a:latin typeface="Malgun Gothic" pitchFamily="34" charset="0"/>
                <a:ea typeface="Malgun Gothic" pitchFamily="34" charset="-122"/>
                <a:cs typeface="Malgun Gothic" pitchFamily="34" charset="-120"/>
              </a:rPr>
              <a:t>전체 방향 결정</a:t>
            </a:r>
            <a:endParaRPr lang="en-US" sz="1350" dirty="0"/>
          </a:p>
          <a:p>
            <a:pPr marL="0" indent="0" algn="ctr">
              <a:lnSpc>
                <a:spcPct val="90000"/>
              </a:lnSpc>
              <a:buNone/>
            </a:pPr>
            <a:r>
              <a:rPr lang="en-US" sz="1350" dirty="0">
                <a:solidFill>
                  <a:srgbClr val="0B1F33"/>
                </a:solidFill>
                <a:latin typeface="Malgun Gothic" pitchFamily="34" charset="0"/>
                <a:ea typeface="Malgun Gothic" pitchFamily="34" charset="-122"/>
                <a:cs typeface="Malgun Gothic" pitchFamily="34" charset="-120"/>
              </a:rPr>
              <a:t>최종 통합</a:t>
            </a:r>
            <a:endParaRPr lang="en-US" sz="1350" dirty="0"/>
          </a:p>
        </p:txBody>
      </p:sp>
      <p:sp>
        <p:nvSpPr>
          <p:cNvPr id="219" name="Shape 217"/>
          <p:cNvSpPr/>
          <p:nvPr/>
        </p:nvSpPr>
        <p:spPr>
          <a:xfrm>
            <a:off x="4754880" y="1463040"/>
            <a:ext cx="256032" cy="0"/>
          </a:xfrm>
          <a:prstGeom prst="line">
            <a:avLst/>
          </a:prstGeom>
          <a:noFill/>
          <a:ln w="13970">
            <a:solidFill>
              <a:srgbClr val="153A5B"/>
            </a:solidFill>
            <a:prstDash val="solid"/>
          </a:ln>
        </p:spPr>
      </p:sp>
      <p:sp>
        <p:nvSpPr>
          <p:cNvPr id="220" name="Shape 218"/>
          <p:cNvSpPr/>
          <p:nvPr/>
        </p:nvSpPr>
        <p:spPr>
          <a:xfrm>
            <a:off x="4754880" y="1463040"/>
            <a:ext cx="0" cy="256032"/>
          </a:xfrm>
          <a:prstGeom prst="line">
            <a:avLst/>
          </a:prstGeom>
          <a:noFill/>
          <a:ln w="13970">
            <a:solidFill>
              <a:srgbClr val="153A5B"/>
            </a:solidFill>
            <a:prstDash val="solid"/>
          </a:ln>
        </p:spPr>
      </p:sp>
      <p:sp>
        <p:nvSpPr>
          <p:cNvPr id="221" name="Shape 219"/>
          <p:cNvSpPr/>
          <p:nvPr/>
        </p:nvSpPr>
        <p:spPr>
          <a:xfrm>
            <a:off x="7406640" y="1463040"/>
            <a:ext cx="0" cy="0"/>
          </a:xfrm>
          <a:prstGeom prst="line">
            <a:avLst/>
          </a:prstGeom>
          <a:noFill/>
          <a:ln w="13970">
            <a:solidFill>
              <a:srgbClr val="153A5B"/>
            </a:solidFill>
            <a:prstDash val="solid"/>
          </a:ln>
        </p:spPr>
      </p:sp>
      <p:sp>
        <p:nvSpPr>
          <p:cNvPr id="222" name="Shape 220"/>
          <p:cNvSpPr/>
          <p:nvPr/>
        </p:nvSpPr>
        <p:spPr>
          <a:xfrm>
            <a:off x="7406640" y="1463040"/>
            <a:ext cx="0" cy="256032"/>
          </a:xfrm>
          <a:prstGeom prst="line">
            <a:avLst/>
          </a:prstGeom>
          <a:noFill/>
          <a:ln w="13970">
            <a:solidFill>
              <a:srgbClr val="153A5B"/>
            </a:solidFill>
            <a:prstDash val="solid"/>
          </a:ln>
        </p:spPr>
      </p:sp>
      <p:sp>
        <p:nvSpPr>
          <p:cNvPr id="223" name="Shape 221"/>
          <p:cNvSpPr/>
          <p:nvPr/>
        </p:nvSpPr>
        <p:spPr>
          <a:xfrm>
            <a:off x="4754880" y="2240280"/>
            <a:ext cx="256032" cy="0"/>
          </a:xfrm>
          <a:prstGeom prst="line">
            <a:avLst/>
          </a:prstGeom>
          <a:noFill/>
          <a:ln w="13970">
            <a:solidFill>
              <a:srgbClr val="153A5B"/>
            </a:solidFill>
            <a:prstDash val="solid"/>
          </a:ln>
        </p:spPr>
      </p:sp>
      <p:sp>
        <p:nvSpPr>
          <p:cNvPr id="224" name="Shape 222"/>
          <p:cNvSpPr/>
          <p:nvPr/>
        </p:nvSpPr>
        <p:spPr>
          <a:xfrm>
            <a:off x="4754880" y="2240280"/>
            <a:ext cx="0" cy="0"/>
          </a:xfrm>
          <a:prstGeom prst="line">
            <a:avLst/>
          </a:prstGeom>
          <a:noFill/>
          <a:ln w="13970">
            <a:solidFill>
              <a:srgbClr val="153A5B"/>
            </a:solidFill>
            <a:prstDash val="solid"/>
          </a:ln>
        </p:spPr>
      </p:sp>
      <p:sp>
        <p:nvSpPr>
          <p:cNvPr id="225" name="Shape 223"/>
          <p:cNvSpPr/>
          <p:nvPr/>
        </p:nvSpPr>
        <p:spPr>
          <a:xfrm>
            <a:off x="7406640" y="2240280"/>
            <a:ext cx="0" cy="0"/>
          </a:xfrm>
          <a:prstGeom prst="line">
            <a:avLst/>
          </a:prstGeom>
          <a:noFill/>
          <a:ln w="13970">
            <a:solidFill>
              <a:srgbClr val="153A5B"/>
            </a:solidFill>
            <a:prstDash val="solid"/>
          </a:ln>
        </p:spPr>
      </p:sp>
      <p:sp>
        <p:nvSpPr>
          <p:cNvPr id="226" name="Shape 224"/>
          <p:cNvSpPr/>
          <p:nvPr/>
        </p:nvSpPr>
        <p:spPr>
          <a:xfrm>
            <a:off x="7406640" y="2240280"/>
            <a:ext cx="0" cy="0"/>
          </a:xfrm>
          <a:prstGeom prst="line">
            <a:avLst/>
          </a:prstGeom>
          <a:noFill/>
          <a:ln w="13970">
            <a:solidFill>
              <a:srgbClr val="153A5B"/>
            </a:solidFill>
            <a:prstDash val="solid"/>
          </a:ln>
        </p:spPr>
      </p:sp>
      <p:sp>
        <p:nvSpPr>
          <p:cNvPr id="227" name="Shape 225"/>
          <p:cNvSpPr/>
          <p:nvPr/>
        </p:nvSpPr>
        <p:spPr>
          <a:xfrm>
            <a:off x="804672" y="2788920"/>
            <a:ext cx="1664208" cy="1216152"/>
          </a:xfrm>
          <a:prstGeom prst="roundRect">
            <a:avLst>
              <a:gd name="adj" fmla="val 4511"/>
            </a:avLst>
          </a:prstGeom>
          <a:solidFill>
            <a:srgbClr val="FFFFFF"/>
          </a:solidFill>
          <a:ln w="15240">
            <a:solidFill>
              <a:srgbClr val="256B9A"/>
            </a:solidFill>
            <a:prstDash val="solid"/>
          </a:ln>
        </p:spPr>
      </p:sp>
      <p:sp>
        <p:nvSpPr>
          <p:cNvPr id="228" name="Shape 226"/>
          <p:cNvSpPr/>
          <p:nvPr/>
        </p:nvSpPr>
        <p:spPr>
          <a:xfrm>
            <a:off x="914400" y="2898648"/>
            <a:ext cx="777240" cy="310896"/>
          </a:xfrm>
          <a:prstGeom prst="rect">
            <a:avLst/>
          </a:prstGeom>
          <a:solidFill>
            <a:srgbClr val="256B9A"/>
          </a:solidFill>
          <a:ln w="12700">
            <a:solidFill>
              <a:srgbClr val="256B9A"/>
            </a:solidFill>
            <a:prstDash val="solid"/>
          </a:ln>
        </p:spPr>
      </p:sp>
      <p:sp>
        <p:nvSpPr>
          <p:cNvPr id="229" name="Text 227"/>
          <p:cNvSpPr/>
          <p:nvPr/>
        </p:nvSpPr>
        <p:spPr>
          <a:xfrm>
            <a:off x="987552" y="2953512"/>
            <a:ext cx="63093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PM</a:t>
            </a:r>
            <a:endParaRPr lang="en-US" sz="1050" dirty="0"/>
          </a:p>
        </p:txBody>
      </p:sp>
      <p:sp>
        <p:nvSpPr>
          <p:cNvPr id="230" name="Text 228"/>
          <p:cNvSpPr/>
          <p:nvPr/>
        </p:nvSpPr>
        <p:spPr>
          <a:xfrm>
            <a:off x="1005840" y="3319272"/>
            <a:ext cx="1261872" cy="521208"/>
          </a:xfrm>
          <a:prstGeom prst="rect">
            <a:avLst/>
          </a:prstGeom>
          <a:noFill/>
          <a:ln/>
        </p:spPr>
        <p:txBody>
          <a:bodyPr wrap="square" lIns="635" tIns="635" rIns="635" bIns="635" rtlCol="0" anchor="ctr">
            <a:normAutofit/>
          </a:bodyPr>
          <a:lstStyle/>
          <a:p>
            <a:pPr marL="0" indent="0" algn="ctr">
              <a:lnSpc>
                <a:spcPct val="90000"/>
              </a:lnSpc>
              <a:buNone/>
            </a:pPr>
            <a:r>
              <a:rPr lang="en-US" sz="1080" dirty="0">
                <a:solidFill>
                  <a:srgbClr val="0B1F33"/>
                </a:solidFill>
                <a:latin typeface="Malgun Gothic" pitchFamily="34" charset="0"/>
                <a:ea typeface="Malgun Gothic" pitchFamily="34" charset="-122"/>
                <a:cs typeface="Malgun Gothic" pitchFamily="34" charset="-120"/>
              </a:rPr>
              <a:t>요구사항 정리</a:t>
            </a:r>
            <a:endParaRPr lang="en-US" sz="1080" dirty="0"/>
          </a:p>
        </p:txBody>
      </p:sp>
      <p:sp>
        <p:nvSpPr>
          <p:cNvPr id="231" name="Shape 229"/>
          <p:cNvSpPr/>
          <p:nvPr/>
        </p:nvSpPr>
        <p:spPr>
          <a:xfrm>
            <a:off x="850392" y="2834640"/>
            <a:ext cx="256032" cy="0"/>
          </a:xfrm>
          <a:prstGeom prst="line">
            <a:avLst/>
          </a:prstGeom>
          <a:noFill/>
          <a:ln w="13970">
            <a:solidFill>
              <a:srgbClr val="256B9A"/>
            </a:solidFill>
            <a:prstDash val="solid"/>
          </a:ln>
        </p:spPr>
      </p:sp>
      <p:sp>
        <p:nvSpPr>
          <p:cNvPr id="232" name="Shape 230"/>
          <p:cNvSpPr/>
          <p:nvPr/>
        </p:nvSpPr>
        <p:spPr>
          <a:xfrm>
            <a:off x="850392" y="2834640"/>
            <a:ext cx="0" cy="256032"/>
          </a:xfrm>
          <a:prstGeom prst="line">
            <a:avLst/>
          </a:prstGeom>
          <a:noFill/>
          <a:ln w="13970">
            <a:solidFill>
              <a:srgbClr val="256B9A"/>
            </a:solidFill>
            <a:prstDash val="solid"/>
          </a:ln>
        </p:spPr>
      </p:sp>
      <p:sp>
        <p:nvSpPr>
          <p:cNvPr id="233" name="Shape 231"/>
          <p:cNvSpPr/>
          <p:nvPr/>
        </p:nvSpPr>
        <p:spPr>
          <a:xfrm>
            <a:off x="2423160" y="2834640"/>
            <a:ext cx="0" cy="0"/>
          </a:xfrm>
          <a:prstGeom prst="line">
            <a:avLst/>
          </a:prstGeom>
          <a:noFill/>
          <a:ln w="13970">
            <a:solidFill>
              <a:srgbClr val="256B9A"/>
            </a:solidFill>
            <a:prstDash val="solid"/>
          </a:ln>
        </p:spPr>
      </p:sp>
      <p:sp>
        <p:nvSpPr>
          <p:cNvPr id="234" name="Shape 232"/>
          <p:cNvSpPr/>
          <p:nvPr/>
        </p:nvSpPr>
        <p:spPr>
          <a:xfrm>
            <a:off x="2423160" y="2834640"/>
            <a:ext cx="0" cy="256032"/>
          </a:xfrm>
          <a:prstGeom prst="line">
            <a:avLst/>
          </a:prstGeom>
          <a:noFill/>
          <a:ln w="13970">
            <a:solidFill>
              <a:srgbClr val="256B9A"/>
            </a:solidFill>
            <a:prstDash val="solid"/>
          </a:ln>
        </p:spPr>
      </p:sp>
      <p:sp>
        <p:nvSpPr>
          <p:cNvPr id="235" name="Shape 233"/>
          <p:cNvSpPr/>
          <p:nvPr/>
        </p:nvSpPr>
        <p:spPr>
          <a:xfrm>
            <a:off x="850392" y="3959352"/>
            <a:ext cx="256032" cy="0"/>
          </a:xfrm>
          <a:prstGeom prst="line">
            <a:avLst/>
          </a:prstGeom>
          <a:noFill/>
          <a:ln w="13970">
            <a:solidFill>
              <a:srgbClr val="256B9A"/>
            </a:solidFill>
            <a:prstDash val="solid"/>
          </a:ln>
        </p:spPr>
      </p:sp>
      <p:sp>
        <p:nvSpPr>
          <p:cNvPr id="236" name="Shape 234"/>
          <p:cNvSpPr/>
          <p:nvPr/>
        </p:nvSpPr>
        <p:spPr>
          <a:xfrm>
            <a:off x="850392" y="3959352"/>
            <a:ext cx="0" cy="0"/>
          </a:xfrm>
          <a:prstGeom prst="line">
            <a:avLst/>
          </a:prstGeom>
          <a:noFill/>
          <a:ln w="13970">
            <a:solidFill>
              <a:srgbClr val="256B9A"/>
            </a:solidFill>
            <a:prstDash val="solid"/>
          </a:ln>
        </p:spPr>
      </p:sp>
      <p:sp>
        <p:nvSpPr>
          <p:cNvPr id="237" name="Shape 235"/>
          <p:cNvSpPr/>
          <p:nvPr/>
        </p:nvSpPr>
        <p:spPr>
          <a:xfrm>
            <a:off x="2423160" y="3959352"/>
            <a:ext cx="0" cy="0"/>
          </a:xfrm>
          <a:prstGeom prst="line">
            <a:avLst/>
          </a:prstGeom>
          <a:noFill/>
          <a:ln w="13970">
            <a:solidFill>
              <a:srgbClr val="256B9A"/>
            </a:solidFill>
            <a:prstDash val="solid"/>
          </a:ln>
        </p:spPr>
      </p:sp>
      <p:sp>
        <p:nvSpPr>
          <p:cNvPr id="238" name="Shape 236"/>
          <p:cNvSpPr/>
          <p:nvPr/>
        </p:nvSpPr>
        <p:spPr>
          <a:xfrm>
            <a:off x="2423160" y="3959352"/>
            <a:ext cx="0" cy="0"/>
          </a:xfrm>
          <a:prstGeom prst="line">
            <a:avLst/>
          </a:prstGeom>
          <a:noFill/>
          <a:ln w="13970">
            <a:solidFill>
              <a:srgbClr val="256B9A"/>
            </a:solidFill>
            <a:prstDash val="solid"/>
          </a:ln>
        </p:spPr>
      </p:sp>
      <p:sp>
        <p:nvSpPr>
          <p:cNvPr id="239" name="Shape 237"/>
          <p:cNvSpPr/>
          <p:nvPr/>
        </p:nvSpPr>
        <p:spPr>
          <a:xfrm>
            <a:off x="6080760" y="2286000"/>
            <a:ext cx="0" cy="502920"/>
          </a:xfrm>
          <a:prstGeom prst="line">
            <a:avLst/>
          </a:prstGeom>
          <a:noFill/>
          <a:ln w="13970">
            <a:solidFill>
              <a:srgbClr val="256B9A"/>
            </a:solidFill>
            <a:prstDash val="solid"/>
            <a:tailEnd type="triangle"/>
          </a:ln>
        </p:spPr>
      </p:sp>
      <p:sp>
        <p:nvSpPr>
          <p:cNvPr id="240" name="Shape 238"/>
          <p:cNvSpPr/>
          <p:nvPr/>
        </p:nvSpPr>
        <p:spPr>
          <a:xfrm>
            <a:off x="2999232" y="2788920"/>
            <a:ext cx="1664208" cy="1216152"/>
          </a:xfrm>
          <a:prstGeom prst="roundRect">
            <a:avLst>
              <a:gd name="adj" fmla="val 4511"/>
            </a:avLst>
          </a:prstGeom>
          <a:solidFill>
            <a:srgbClr val="FFFFFF"/>
          </a:solidFill>
          <a:ln w="15240">
            <a:solidFill>
              <a:srgbClr val="256B9A"/>
            </a:solidFill>
            <a:prstDash val="solid"/>
          </a:ln>
        </p:spPr>
      </p:sp>
      <p:sp>
        <p:nvSpPr>
          <p:cNvPr id="241" name="Shape 239"/>
          <p:cNvSpPr/>
          <p:nvPr/>
        </p:nvSpPr>
        <p:spPr>
          <a:xfrm>
            <a:off x="3108960" y="2898648"/>
            <a:ext cx="777240" cy="310896"/>
          </a:xfrm>
          <a:prstGeom prst="rect">
            <a:avLst/>
          </a:prstGeom>
          <a:solidFill>
            <a:srgbClr val="256B9A"/>
          </a:solidFill>
          <a:ln w="12700">
            <a:solidFill>
              <a:srgbClr val="256B9A"/>
            </a:solidFill>
            <a:prstDash val="solid"/>
          </a:ln>
        </p:spPr>
      </p:sp>
      <p:sp>
        <p:nvSpPr>
          <p:cNvPr id="242" name="Text 240"/>
          <p:cNvSpPr/>
          <p:nvPr/>
        </p:nvSpPr>
        <p:spPr>
          <a:xfrm>
            <a:off x="3182112" y="2953512"/>
            <a:ext cx="63093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UI/UX</a:t>
            </a:r>
            <a:endParaRPr lang="en-US" sz="1050" dirty="0"/>
          </a:p>
        </p:txBody>
      </p:sp>
      <p:sp>
        <p:nvSpPr>
          <p:cNvPr id="243" name="Text 241"/>
          <p:cNvSpPr/>
          <p:nvPr/>
        </p:nvSpPr>
        <p:spPr>
          <a:xfrm>
            <a:off x="3200400" y="3319272"/>
            <a:ext cx="1261872" cy="521208"/>
          </a:xfrm>
          <a:prstGeom prst="rect">
            <a:avLst/>
          </a:prstGeom>
          <a:noFill/>
          <a:ln/>
        </p:spPr>
        <p:txBody>
          <a:bodyPr wrap="square" lIns="635" tIns="635" rIns="635" bIns="635" rtlCol="0" anchor="ctr">
            <a:normAutofit/>
          </a:bodyPr>
          <a:lstStyle/>
          <a:p>
            <a:pPr marL="0" indent="0" algn="ctr">
              <a:lnSpc>
                <a:spcPct val="90000"/>
              </a:lnSpc>
              <a:buNone/>
            </a:pPr>
            <a:r>
              <a:rPr lang="en-US" sz="1080" dirty="0">
                <a:solidFill>
                  <a:srgbClr val="0B1F33"/>
                </a:solidFill>
                <a:latin typeface="Malgun Gothic" pitchFamily="34" charset="0"/>
                <a:ea typeface="Malgun Gothic" pitchFamily="34" charset="-122"/>
                <a:cs typeface="Malgun Gothic" pitchFamily="34" charset="-120"/>
              </a:rPr>
              <a:t>화면 설계</a:t>
            </a:r>
            <a:endParaRPr lang="en-US" sz="1080" dirty="0"/>
          </a:p>
        </p:txBody>
      </p:sp>
      <p:sp>
        <p:nvSpPr>
          <p:cNvPr id="244" name="Shape 242"/>
          <p:cNvSpPr/>
          <p:nvPr/>
        </p:nvSpPr>
        <p:spPr>
          <a:xfrm>
            <a:off x="3044952" y="2834640"/>
            <a:ext cx="256032" cy="0"/>
          </a:xfrm>
          <a:prstGeom prst="line">
            <a:avLst/>
          </a:prstGeom>
          <a:noFill/>
          <a:ln w="13970">
            <a:solidFill>
              <a:srgbClr val="256B9A"/>
            </a:solidFill>
            <a:prstDash val="solid"/>
          </a:ln>
        </p:spPr>
      </p:sp>
      <p:sp>
        <p:nvSpPr>
          <p:cNvPr id="245" name="Shape 243"/>
          <p:cNvSpPr/>
          <p:nvPr/>
        </p:nvSpPr>
        <p:spPr>
          <a:xfrm>
            <a:off x="3044952" y="2834640"/>
            <a:ext cx="0" cy="256032"/>
          </a:xfrm>
          <a:prstGeom prst="line">
            <a:avLst/>
          </a:prstGeom>
          <a:noFill/>
          <a:ln w="13970">
            <a:solidFill>
              <a:srgbClr val="256B9A"/>
            </a:solidFill>
            <a:prstDash val="solid"/>
          </a:ln>
        </p:spPr>
      </p:sp>
      <p:sp>
        <p:nvSpPr>
          <p:cNvPr id="246" name="Shape 244"/>
          <p:cNvSpPr/>
          <p:nvPr/>
        </p:nvSpPr>
        <p:spPr>
          <a:xfrm>
            <a:off x="4617720" y="2834640"/>
            <a:ext cx="0" cy="0"/>
          </a:xfrm>
          <a:prstGeom prst="line">
            <a:avLst/>
          </a:prstGeom>
          <a:noFill/>
          <a:ln w="13970">
            <a:solidFill>
              <a:srgbClr val="256B9A"/>
            </a:solidFill>
            <a:prstDash val="solid"/>
          </a:ln>
        </p:spPr>
      </p:sp>
      <p:sp>
        <p:nvSpPr>
          <p:cNvPr id="247" name="Shape 245"/>
          <p:cNvSpPr/>
          <p:nvPr/>
        </p:nvSpPr>
        <p:spPr>
          <a:xfrm>
            <a:off x="4617720" y="2834640"/>
            <a:ext cx="0" cy="256032"/>
          </a:xfrm>
          <a:prstGeom prst="line">
            <a:avLst/>
          </a:prstGeom>
          <a:noFill/>
          <a:ln w="13970">
            <a:solidFill>
              <a:srgbClr val="256B9A"/>
            </a:solidFill>
            <a:prstDash val="solid"/>
          </a:ln>
        </p:spPr>
      </p:sp>
      <p:sp>
        <p:nvSpPr>
          <p:cNvPr id="248" name="Shape 246"/>
          <p:cNvSpPr/>
          <p:nvPr/>
        </p:nvSpPr>
        <p:spPr>
          <a:xfrm>
            <a:off x="3044952" y="3959352"/>
            <a:ext cx="256032" cy="0"/>
          </a:xfrm>
          <a:prstGeom prst="line">
            <a:avLst/>
          </a:prstGeom>
          <a:noFill/>
          <a:ln w="13970">
            <a:solidFill>
              <a:srgbClr val="256B9A"/>
            </a:solidFill>
            <a:prstDash val="solid"/>
          </a:ln>
        </p:spPr>
      </p:sp>
      <p:sp>
        <p:nvSpPr>
          <p:cNvPr id="249" name="Shape 247"/>
          <p:cNvSpPr/>
          <p:nvPr/>
        </p:nvSpPr>
        <p:spPr>
          <a:xfrm>
            <a:off x="3044952" y="3959352"/>
            <a:ext cx="0" cy="0"/>
          </a:xfrm>
          <a:prstGeom prst="line">
            <a:avLst/>
          </a:prstGeom>
          <a:noFill/>
          <a:ln w="13970">
            <a:solidFill>
              <a:srgbClr val="256B9A"/>
            </a:solidFill>
            <a:prstDash val="solid"/>
          </a:ln>
        </p:spPr>
      </p:sp>
      <p:sp>
        <p:nvSpPr>
          <p:cNvPr id="250" name="Shape 248"/>
          <p:cNvSpPr/>
          <p:nvPr/>
        </p:nvSpPr>
        <p:spPr>
          <a:xfrm>
            <a:off x="4617720" y="3959352"/>
            <a:ext cx="0" cy="0"/>
          </a:xfrm>
          <a:prstGeom prst="line">
            <a:avLst/>
          </a:prstGeom>
          <a:noFill/>
          <a:ln w="13970">
            <a:solidFill>
              <a:srgbClr val="256B9A"/>
            </a:solidFill>
            <a:prstDash val="solid"/>
          </a:ln>
        </p:spPr>
      </p:sp>
      <p:sp>
        <p:nvSpPr>
          <p:cNvPr id="251" name="Shape 249"/>
          <p:cNvSpPr/>
          <p:nvPr/>
        </p:nvSpPr>
        <p:spPr>
          <a:xfrm>
            <a:off x="4617720" y="3959352"/>
            <a:ext cx="0" cy="0"/>
          </a:xfrm>
          <a:prstGeom prst="line">
            <a:avLst/>
          </a:prstGeom>
          <a:noFill/>
          <a:ln w="13970">
            <a:solidFill>
              <a:srgbClr val="256B9A"/>
            </a:solidFill>
            <a:prstDash val="solid"/>
          </a:ln>
        </p:spPr>
      </p:sp>
      <p:sp>
        <p:nvSpPr>
          <p:cNvPr id="252" name="Shape 250"/>
          <p:cNvSpPr/>
          <p:nvPr/>
        </p:nvSpPr>
        <p:spPr>
          <a:xfrm>
            <a:off x="6080760" y="2286000"/>
            <a:ext cx="0" cy="502920"/>
          </a:xfrm>
          <a:prstGeom prst="line">
            <a:avLst/>
          </a:prstGeom>
          <a:noFill/>
          <a:ln w="13970">
            <a:solidFill>
              <a:srgbClr val="256B9A"/>
            </a:solidFill>
            <a:prstDash val="solid"/>
            <a:tailEnd type="triangle"/>
          </a:ln>
        </p:spPr>
      </p:sp>
      <p:sp>
        <p:nvSpPr>
          <p:cNvPr id="253" name="Shape 251"/>
          <p:cNvSpPr/>
          <p:nvPr/>
        </p:nvSpPr>
        <p:spPr>
          <a:xfrm>
            <a:off x="5193792" y="2788920"/>
            <a:ext cx="1664208" cy="1216152"/>
          </a:xfrm>
          <a:prstGeom prst="roundRect">
            <a:avLst>
              <a:gd name="adj" fmla="val 4511"/>
            </a:avLst>
          </a:prstGeom>
          <a:solidFill>
            <a:srgbClr val="FFFFFF"/>
          </a:solidFill>
          <a:ln w="15240">
            <a:solidFill>
              <a:srgbClr val="256B9A"/>
            </a:solidFill>
            <a:prstDash val="solid"/>
          </a:ln>
        </p:spPr>
      </p:sp>
      <p:sp>
        <p:nvSpPr>
          <p:cNvPr id="254" name="Shape 252"/>
          <p:cNvSpPr/>
          <p:nvPr/>
        </p:nvSpPr>
        <p:spPr>
          <a:xfrm>
            <a:off x="5303520" y="2898648"/>
            <a:ext cx="777240" cy="310896"/>
          </a:xfrm>
          <a:prstGeom prst="rect">
            <a:avLst/>
          </a:prstGeom>
          <a:solidFill>
            <a:srgbClr val="256B9A"/>
          </a:solidFill>
          <a:ln w="12700">
            <a:solidFill>
              <a:srgbClr val="256B9A"/>
            </a:solidFill>
            <a:prstDash val="solid"/>
          </a:ln>
        </p:spPr>
      </p:sp>
      <p:sp>
        <p:nvSpPr>
          <p:cNvPr id="255" name="Text 253"/>
          <p:cNvSpPr/>
          <p:nvPr/>
        </p:nvSpPr>
        <p:spPr>
          <a:xfrm>
            <a:off x="5376672" y="2953512"/>
            <a:ext cx="63093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개발</a:t>
            </a:r>
            <a:endParaRPr lang="en-US" sz="1050" dirty="0"/>
          </a:p>
        </p:txBody>
      </p:sp>
      <p:sp>
        <p:nvSpPr>
          <p:cNvPr id="256" name="Text 254"/>
          <p:cNvSpPr/>
          <p:nvPr/>
        </p:nvSpPr>
        <p:spPr>
          <a:xfrm>
            <a:off x="5394960" y="3319272"/>
            <a:ext cx="1261872" cy="521208"/>
          </a:xfrm>
          <a:prstGeom prst="rect">
            <a:avLst/>
          </a:prstGeom>
          <a:noFill/>
          <a:ln/>
        </p:spPr>
        <p:txBody>
          <a:bodyPr wrap="square" lIns="635" tIns="635" rIns="635" bIns="635" rtlCol="0" anchor="ctr">
            <a:normAutofit/>
          </a:bodyPr>
          <a:lstStyle/>
          <a:p>
            <a:pPr marL="0" indent="0" algn="ctr">
              <a:lnSpc>
                <a:spcPct val="90000"/>
              </a:lnSpc>
              <a:buNone/>
            </a:pPr>
            <a:r>
              <a:rPr lang="en-US" sz="1080" dirty="0">
                <a:solidFill>
                  <a:srgbClr val="0B1F33"/>
                </a:solidFill>
                <a:latin typeface="Malgun Gothic" pitchFamily="34" charset="0"/>
                <a:ea typeface="Malgun Gothic" pitchFamily="34" charset="-122"/>
                <a:cs typeface="Malgun Gothic" pitchFamily="34" charset="-120"/>
              </a:rPr>
              <a:t>코드 구현</a:t>
            </a:r>
            <a:endParaRPr lang="en-US" sz="1080" dirty="0"/>
          </a:p>
        </p:txBody>
      </p:sp>
      <p:sp>
        <p:nvSpPr>
          <p:cNvPr id="257" name="Shape 255"/>
          <p:cNvSpPr/>
          <p:nvPr/>
        </p:nvSpPr>
        <p:spPr>
          <a:xfrm>
            <a:off x="5239512" y="2834640"/>
            <a:ext cx="256032" cy="0"/>
          </a:xfrm>
          <a:prstGeom prst="line">
            <a:avLst/>
          </a:prstGeom>
          <a:noFill/>
          <a:ln w="13970">
            <a:solidFill>
              <a:srgbClr val="256B9A"/>
            </a:solidFill>
            <a:prstDash val="solid"/>
          </a:ln>
        </p:spPr>
      </p:sp>
      <p:sp>
        <p:nvSpPr>
          <p:cNvPr id="258" name="Shape 256"/>
          <p:cNvSpPr/>
          <p:nvPr/>
        </p:nvSpPr>
        <p:spPr>
          <a:xfrm>
            <a:off x="5239512" y="2834640"/>
            <a:ext cx="0" cy="256032"/>
          </a:xfrm>
          <a:prstGeom prst="line">
            <a:avLst/>
          </a:prstGeom>
          <a:noFill/>
          <a:ln w="13970">
            <a:solidFill>
              <a:srgbClr val="256B9A"/>
            </a:solidFill>
            <a:prstDash val="solid"/>
          </a:ln>
        </p:spPr>
      </p:sp>
      <p:sp>
        <p:nvSpPr>
          <p:cNvPr id="259" name="Shape 257"/>
          <p:cNvSpPr/>
          <p:nvPr/>
        </p:nvSpPr>
        <p:spPr>
          <a:xfrm>
            <a:off x="6812280" y="2834640"/>
            <a:ext cx="0" cy="0"/>
          </a:xfrm>
          <a:prstGeom prst="line">
            <a:avLst/>
          </a:prstGeom>
          <a:noFill/>
          <a:ln w="13970">
            <a:solidFill>
              <a:srgbClr val="256B9A"/>
            </a:solidFill>
            <a:prstDash val="solid"/>
          </a:ln>
        </p:spPr>
      </p:sp>
      <p:sp>
        <p:nvSpPr>
          <p:cNvPr id="260" name="Shape 258"/>
          <p:cNvSpPr/>
          <p:nvPr/>
        </p:nvSpPr>
        <p:spPr>
          <a:xfrm>
            <a:off x="6812280" y="2834640"/>
            <a:ext cx="0" cy="256032"/>
          </a:xfrm>
          <a:prstGeom prst="line">
            <a:avLst/>
          </a:prstGeom>
          <a:noFill/>
          <a:ln w="13970">
            <a:solidFill>
              <a:srgbClr val="256B9A"/>
            </a:solidFill>
            <a:prstDash val="solid"/>
          </a:ln>
        </p:spPr>
      </p:sp>
      <p:sp>
        <p:nvSpPr>
          <p:cNvPr id="261" name="Shape 259"/>
          <p:cNvSpPr/>
          <p:nvPr/>
        </p:nvSpPr>
        <p:spPr>
          <a:xfrm>
            <a:off x="5239512" y="3959352"/>
            <a:ext cx="256032" cy="0"/>
          </a:xfrm>
          <a:prstGeom prst="line">
            <a:avLst/>
          </a:prstGeom>
          <a:noFill/>
          <a:ln w="13970">
            <a:solidFill>
              <a:srgbClr val="256B9A"/>
            </a:solidFill>
            <a:prstDash val="solid"/>
          </a:ln>
        </p:spPr>
      </p:sp>
      <p:sp>
        <p:nvSpPr>
          <p:cNvPr id="262" name="Shape 260"/>
          <p:cNvSpPr/>
          <p:nvPr/>
        </p:nvSpPr>
        <p:spPr>
          <a:xfrm>
            <a:off x="5239512" y="3959352"/>
            <a:ext cx="0" cy="0"/>
          </a:xfrm>
          <a:prstGeom prst="line">
            <a:avLst/>
          </a:prstGeom>
          <a:noFill/>
          <a:ln w="13970">
            <a:solidFill>
              <a:srgbClr val="256B9A"/>
            </a:solidFill>
            <a:prstDash val="solid"/>
          </a:ln>
        </p:spPr>
      </p:sp>
      <p:sp>
        <p:nvSpPr>
          <p:cNvPr id="263" name="Shape 261"/>
          <p:cNvSpPr/>
          <p:nvPr/>
        </p:nvSpPr>
        <p:spPr>
          <a:xfrm>
            <a:off x="6812280" y="3959352"/>
            <a:ext cx="0" cy="0"/>
          </a:xfrm>
          <a:prstGeom prst="line">
            <a:avLst/>
          </a:prstGeom>
          <a:noFill/>
          <a:ln w="13970">
            <a:solidFill>
              <a:srgbClr val="256B9A"/>
            </a:solidFill>
            <a:prstDash val="solid"/>
          </a:ln>
        </p:spPr>
      </p:sp>
      <p:sp>
        <p:nvSpPr>
          <p:cNvPr id="264" name="Shape 262"/>
          <p:cNvSpPr/>
          <p:nvPr/>
        </p:nvSpPr>
        <p:spPr>
          <a:xfrm>
            <a:off x="6812280" y="3959352"/>
            <a:ext cx="0" cy="0"/>
          </a:xfrm>
          <a:prstGeom prst="line">
            <a:avLst/>
          </a:prstGeom>
          <a:noFill/>
          <a:ln w="13970">
            <a:solidFill>
              <a:srgbClr val="256B9A"/>
            </a:solidFill>
            <a:prstDash val="solid"/>
          </a:ln>
        </p:spPr>
      </p:sp>
      <p:sp>
        <p:nvSpPr>
          <p:cNvPr id="265" name="Shape 263"/>
          <p:cNvSpPr/>
          <p:nvPr/>
        </p:nvSpPr>
        <p:spPr>
          <a:xfrm>
            <a:off x="6080760" y="2286000"/>
            <a:ext cx="0" cy="502920"/>
          </a:xfrm>
          <a:prstGeom prst="line">
            <a:avLst/>
          </a:prstGeom>
          <a:noFill/>
          <a:ln w="13970">
            <a:solidFill>
              <a:srgbClr val="256B9A"/>
            </a:solidFill>
            <a:prstDash val="solid"/>
            <a:tailEnd type="triangle"/>
          </a:ln>
        </p:spPr>
      </p:sp>
      <p:sp>
        <p:nvSpPr>
          <p:cNvPr id="266" name="Shape 264"/>
          <p:cNvSpPr/>
          <p:nvPr/>
        </p:nvSpPr>
        <p:spPr>
          <a:xfrm>
            <a:off x="7388352" y="2788920"/>
            <a:ext cx="1664208" cy="1216152"/>
          </a:xfrm>
          <a:prstGeom prst="roundRect">
            <a:avLst>
              <a:gd name="adj" fmla="val 4511"/>
            </a:avLst>
          </a:prstGeom>
          <a:solidFill>
            <a:srgbClr val="FFFFFF"/>
          </a:solidFill>
          <a:ln w="15240">
            <a:solidFill>
              <a:srgbClr val="256B9A"/>
            </a:solidFill>
            <a:prstDash val="solid"/>
          </a:ln>
        </p:spPr>
      </p:sp>
      <p:sp>
        <p:nvSpPr>
          <p:cNvPr id="267" name="Shape 265"/>
          <p:cNvSpPr/>
          <p:nvPr/>
        </p:nvSpPr>
        <p:spPr>
          <a:xfrm>
            <a:off x="7498080" y="2898648"/>
            <a:ext cx="777240" cy="310896"/>
          </a:xfrm>
          <a:prstGeom prst="rect">
            <a:avLst/>
          </a:prstGeom>
          <a:solidFill>
            <a:srgbClr val="256B9A"/>
          </a:solidFill>
          <a:ln w="12700">
            <a:solidFill>
              <a:srgbClr val="256B9A"/>
            </a:solidFill>
            <a:prstDash val="solid"/>
          </a:ln>
        </p:spPr>
      </p:sp>
      <p:sp>
        <p:nvSpPr>
          <p:cNvPr id="268" name="Text 266"/>
          <p:cNvSpPr/>
          <p:nvPr/>
        </p:nvSpPr>
        <p:spPr>
          <a:xfrm>
            <a:off x="7571232" y="2953512"/>
            <a:ext cx="63093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리뷰어</a:t>
            </a:r>
            <a:endParaRPr lang="en-US" sz="1050" dirty="0"/>
          </a:p>
        </p:txBody>
      </p:sp>
      <p:sp>
        <p:nvSpPr>
          <p:cNvPr id="269" name="Text 267"/>
          <p:cNvSpPr/>
          <p:nvPr/>
        </p:nvSpPr>
        <p:spPr>
          <a:xfrm>
            <a:off x="7589520" y="3319272"/>
            <a:ext cx="1261872" cy="521208"/>
          </a:xfrm>
          <a:prstGeom prst="rect">
            <a:avLst/>
          </a:prstGeom>
          <a:noFill/>
          <a:ln/>
        </p:spPr>
        <p:txBody>
          <a:bodyPr wrap="square" lIns="635" tIns="635" rIns="635" bIns="635" rtlCol="0" anchor="ctr">
            <a:normAutofit/>
          </a:bodyPr>
          <a:lstStyle/>
          <a:p>
            <a:pPr marL="0" indent="0" algn="ctr">
              <a:lnSpc>
                <a:spcPct val="90000"/>
              </a:lnSpc>
              <a:buNone/>
            </a:pPr>
            <a:r>
              <a:rPr lang="en-US" sz="1080" dirty="0">
                <a:solidFill>
                  <a:srgbClr val="0B1F33"/>
                </a:solidFill>
                <a:latin typeface="Malgun Gothic" pitchFamily="34" charset="0"/>
                <a:ea typeface="Malgun Gothic" pitchFamily="34" charset="-122"/>
                <a:cs typeface="Malgun Gothic" pitchFamily="34" charset="-120"/>
              </a:rPr>
              <a:t>오류 검토</a:t>
            </a:r>
            <a:endParaRPr lang="en-US" sz="1080" dirty="0"/>
          </a:p>
        </p:txBody>
      </p:sp>
      <p:sp>
        <p:nvSpPr>
          <p:cNvPr id="270" name="Shape 268"/>
          <p:cNvSpPr/>
          <p:nvPr/>
        </p:nvSpPr>
        <p:spPr>
          <a:xfrm>
            <a:off x="7434072" y="2834640"/>
            <a:ext cx="256032" cy="0"/>
          </a:xfrm>
          <a:prstGeom prst="line">
            <a:avLst/>
          </a:prstGeom>
          <a:noFill/>
          <a:ln w="13970">
            <a:solidFill>
              <a:srgbClr val="256B9A"/>
            </a:solidFill>
            <a:prstDash val="solid"/>
          </a:ln>
        </p:spPr>
      </p:sp>
      <p:sp>
        <p:nvSpPr>
          <p:cNvPr id="271" name="Shape 269"/>
          <p:cNvSpPr/>
          <p:nvPr/>
        </p:nvSpPr>
        <p:spPr>
          <a:xfrm>
            <a:off x="7434072" y="2834640"/>
            <a:ext cx="0" cy="256032"/>
          </a:xfrm>
          <a:prstGeom prst="line">
            <a:avLst/>
          </a:prstGeom>
          <a:noFill/>
          <a:ln w="13970">
            <a:solidFill>
              <a:srgbClr val="256B9A"/>
            </a:solidFill>
            <a:prstDash val="solid"/>
          </a:ln>
        </p:spPr>
      </p:sp>
      <p:sp>
        <p:nvSpPr>
          <p:cNvPr id="272" name="Shape 270"/>
          <p:cNvSpPr/>
          <p:nvPr/>
        </p:nvSpPr>
        <p:spPr>
          <a:xfrm>
            <a:off x="9006840" y="2834640"/>
            <a:ext cx="0" cy="0"/>
          </a:xfrm>
          <a:prstGeom prst="line">
            <a:avLst/>
          </a:prstGeom>
          <a:noFill/>
          <a:ln w="13970">
            <a:solidFill>
              <a:srgbClr val="256B9A"/>
            </a:solidFill>
            <a:prstDash val="solid"/>
          </a:ln>
        </p:spPr>
      </p:sp>
      <p:sp>
        <p:nvSpPr>
          <p:cNvPr id="273" name="Shape 271"/>
          <p:cNvSpPr/>
          <p:nvPr/>
        </p:nvSpPr>
        <p:spPr>
          <a:xfrm>
            <a:off x="9006840" y="2834640"/>
            <a:ext cx="0" cy="256032"/>
          </a:xfrm>
          <a:prstGeom prst="line">
            <a:avLst/>
          </a:prstGeom>
          <a:noFill/>
          <a:ln w="13970">
            <a:solidFill>
              <a:srgbClr val="256B9A"/>
            </a:solidFill>
            <a:prstDash val="solid"/>
          </a:ln>
        </p:spPr>
      </p:sp>
      <p:sp>
        <p:nvSpPr>
          <p:cNvPr id="274" name="Shape 272"/>
          <p:cNvSpPr/>
          <p:nvPr/>
        </p:nvSpPr>
        <p:spPr>
          <a:xfrm>
            <a:off x="7434072" y="3959352"/>
            <a:ext cx="256032" cy="0"/>
          </a:xfrm>
          <a:prstGeom prst="line">
            <a:avLst/>
          </a:prstGeom>
          <a:noFill/>
          <a:ln w="13970">
            <a:solidFill>
              <a:srgbClr val="256B9A"/>
            </a:solidFill>
            <a:prstDash val="solid"/>
          </a:ln>
        </p:spPr>
      </p:sp>
      <p:sp>
        <p:nvSpPr>
          <p:cNvPr id="275" name="Shape 273"/>
          <p:cNvSpPr/>
          <p:nvPr/>
        </p:nvSpPr>
        <p:spPr>
          <a:xfrm>
            <a:off x="7434072" y="3959352"/>
            <a:ext cx="0" cy="0"/>
          </a:xfrm>
          <a:prstGeom prst="line">
            <a:avLst/>
          </a:prstGeom>
          <a:noFill/>
          <a:ln w="13970">
            <a:solidFill>
              <a:srgbClr val="256B9A"/>
            </a:solidFill>
            <a:prstDash val="solid"/>
          </a:ln>
        </p:spPr>
      </p:sp>
      <p:sp>
        <p:nvSpPr>
          <p:cNvPr id="276" name="Shape 274"/>
          <p:cNvSpPr/>
          <p:nvPr/>
        </p:nvSpPr>
        <p:spPr>
          <a:xfrm>
            <a:off x="9006840" y="3959352"/>
            <a:ext cx="0" cy="0"/>
          </a:xfrm>
          <a:prstGeom prst="line">
            <a:avLst/>
          </a:prstGeom>
          <a:noFill/>
          <a:ln w="13970">
            <a:solidFill>
              <a:srgbClr val="256B9A"/>
            </a:solidFill>
            <a:prstDash val="solid"/>
          </a:ln>
        </p:spPr>
      </p:sp>
      <p:sp>
        <p:nvSpPr>
          <p:cNvPr id="277" name="Shape 275"/>
          <p:cNvSpPr/>
          <p:nvPr/>
        </p:nvSpPr>
        <p:spPr>
          <a:xfrm>
            <a:off x="9006840" y="3959352"/>
            <a:ext cx="0" cy="0"/>
          </a:xfrm>
          <a:prstGeom prst="line">
            <a:avLst/>
          </a:prstGeom>
          <a:noFill/>
          <a:ln w="13970">
            <a:solidFill>
              <a:srgbClr val="256B9A"/>
            </a:solidFill>
            <a:prstDash val="solid"/>
          </a:ln>
        </p:spPr>
      </p:sp>
      <p:sp>
        <p:nvSpPr>
          <p:cNvPr id="278" name="Shape 276"/>
          <p:cNvSpPr/>
          <p:nvPr/>
        </p:nvSpPr>
        <p:spPr>
          <a:xfrm>
            <a:off x="6080760" y="2286000"/>
            <a:ext cx="2139696" cy="502920"/>
          </a:xfrm>
          <a:prstGeom prst="line">
            <a:avLst/>
          </a:prstGeom>
          <a:noFill/>
          <a:ln w="13970">
            <a:solidFill>
              <a:srgbClr val="256B9A"/>
            </a:solidFill>
            <a:prstDash val="solid"/>
            <a:tailEnd type="triangle"/>
          </a:ln>
        </p:spPr>
      </p:sp>
      <p:sp>
        <p:nvSpPr>
          <p:cNvPr id="279" name="Shape 277"/>
          <p:cNvSpPr/>
          <p:nvPr/>
        </p:nvSpPr>
        <p:spPr>
          <a:xfrm>
            <a:off x="9582912" y="2788920"/>
            <a:ext cx="1664208" cy="1216152"/>
          </a:xfrm>
          <a:prstGeom prst="roundRect">
            <a:avLst>
              <a:gd name="adj" fmla="val 4511"/>
            </a:avLst>
          </a:prstGeom>
          <a:solidFill>
            <a:srgbClr val="FFFFFF"/>
          </a:solidFill>
          <a:ln w="15240">
            <a:solidFill>
              <a:srgbClr val="EA6A1A"/>
            </a:solidFill>
            <a:prstDash val="solid"/>
          </a:ln>
        </p:spPr>
      </p:sp>
      <p:sp>
        <p:nvSpPr>
          <p:cNvPr id="280" name="Shape 278"/>
          <p:cNvSpPr/>
          <p:nvPr/>
        </p:nvSpPr>
        <p:spPr>
          <a:xfrm>
            <a:off x="9692640" y="2898648"/>
            <a:ext cx="777240" cy="310896"/>
          </a:xfrm>
          <a:prstGeom prst="rect">
            <a:avLst/>
          </a:prstGeom>
          <a:solidFill>
            <a:srgbClr val="EA6A1A"/>
          </a:solidFill>
          <a:ln w="12700">
            <a:solidFill>
              <a:srgbClr val="EA6A1A"/>
            </a:solidFill>
            <a:prstDash val="solid"/>
          </a:ln>
        </p:spPr>
      </p:sp>
      <p:sp>
        <p:nvSpPr>
          <p:cNvPr id="281" name="Text 279"/>
          <p:cNvSpPr/>
          <p:nvPr/>
        </p:nvSpPr>
        <p:spPr>
          <a:xfrm>
            <a:off x="9765792" y="2953512"/>
            <a:ext cx="63093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보안</a:t>
            </a:r>
            <a:endParaRPr lang="en-US" sz="1050" dirty="0"/>
          </a:p>
        </p:txBody>
      </p:sp>
      <p:sp>
        <p:nvSpPr>
          <p:cNvPr id="282" name="Text 280"/>
          <p:cNvSpPr/>
          <p:nvPr/>
        </p:nvSpPr>
        <p:spPr>
          <a:xfrm>
            <a:off x="9784080" y="3319272"/>
            <a:ext cx="1261872" cy="521208"/>
          </a:xfrm>
          <a:prstGeom prst="rect">
            <a:avLst/>
          </a:prstGeom>
          <a:noFill/>
          <a:ln/>
        </p:spPr>
        <p:txBody>
          <a:bodyPr wrap="square" lIns="635" tIns="635" rIns="635" bIns="635" rtlCol="0" anchor="ctr">
            <a:normAutofit/>
          </a:bodyPr>
          <a:lstStyle/>
          <a:p>
            <a:pPr marL="0" indent="0" algn="ctr">
              <a:lnSpc>
                <a:spcPct val="90000"/>
              </a:lnSpc>
              <a:buNone/>
            </a:pPr>
            <a:r>
              <a:rPr lang="en-US" sz="1080" dirty="0">
                <a:solidFill>
                  <a:srgbClr val="0B1F33"/>
                </a:solidFill>
                <a:latin typeface="Malgun Gothic" pitchFamily="34" charset="0"/>
                <a:ea typeface="Malgun Gothic" pitchFamily="34" charset="-122"/>
                <a:cs typeface="Malgun Gothic" pitchFamily="34" charset="-120"/>
              </a:rPr>
              <a:t>개인정보/API Key 점검</a:t>
            </a:r>
            <a:endParaRPr lang="en-US" sz="1080" dirty="0"/>
          </a:p>
        </p:txBody>
      </p:sp>
      <p:sp>
        <p:nvSpPr>
          <p:cNvPr id="283" name="Shape 281"/>
          <p:cNvSpPr/>
          <p:nvPr/>
        </p:nvSpPr>
        <p:spPr>
          <a:xfrm>
            <a:off x="9628632" y="2834640"/>
            <a:ext cx="256032" cy="0"/>
          </a:xfrm>
          <a:prstGeom prst="line">
            <a:avLst/>
          </a:prstGeom>
          <a:noFill/>
          <a:ln w="13970">
            <a:solidFill>
              <a:srgbClr val="EA6A1A"/>
            </a:solidFill>
            <a:prstDash val="solid"/>
          </a:ln>
        </p:spPr>
      </p:sp>
      <p:sp>
        <p:nvSpPr>
          <p:cNvPr id="284" name="Shape 282"/>
          <p:cNvSpPr/>
          <p:nvPr/>
        </p:nvSpPr>
        <p:spPr>
          <a:xfrm>
            <a:off x="9628632" y="2834640"/>
            <a:ext cx="0" cy="256032"/>
          </a:xfrm>
          <a:prstGeom prst="line">
            <a:avLst/>
          </a:prstGeom>
          <a:noFill/>
          <a:ln w="13970">
            <a:solidFill>
              <a:srgbClr val="EA6A1A"/>
            </a:solidFill>
            <a:prstDash val="solid"/>
          </a:ln>
        </p:spPr>
      </p:sp>
      <p:sp>
        <p:nvSpPr>
          <p:cNvPr id="285" name="Shape 283"/>
          <p:cNvSpPr/>
          <p:nvPr/>
        </p:nvSpPr>
        <p:spPr>
          <a:xfrm>
            <a:off x="11201400" y="2834640"/>
            <a:ext cx="0" cy="0"/>
          </a:xfrm>
          <a:prstGeom prst="line">
            <a:avLst/>
          </a:prstGeom>
          <a:noFill/>
          <a:ln w="13970">
            <a:solidFill>
              <a:srgbClr val="EA6A1A"/>
            </a:solidFill>
            <a:prstDash val="solid"/>
          </a:ln>
        </p:spPr>
      </p:sp>
      <p:sp>
        <p:nvSpPr>
          <p:cNvPr id="286" name="Shape 284"/>
          <p:cNvSpPr/>
          <p:nvPr/>
        </p:nvSpPr>
        <p:spPr>
          <a:xfrm>
            <a:off x="11201400" y="2834640"/>
            <a:ext cx="0" cy="256032"/>
          </a:xfrm>
          <a:prstGeom prst="line">
            <a:avLst/>
          </a:prstGeom>
          <a:noFill/>
          <a:ln w="13970">
            <a:solidFill>
              <a:srgbClr val="EA6A1A"/>
            </a:solidFill>
            <a:prstDash val="solid"/>
          </a:ln>
        </p:spPr>
      </p:sp>
      <p:sp>
        <p:nvSpPr>
          <p:cNvPr id="287" name="Shape 285"/>
          <p:cNvSpPr/>
          <p:nvPr/>
        </p:nvSpPr>
        <p:spPr>
          <a:xfrm>
            <a:off x="9628632" y="3959352"/>
            <a:ext cx="256032" cy="0"/>
          </a:xfrm>
          <a:prstGeom prst="line">
            <a:avLst/>
          </a:prstGeom>
          <a:noFill/>
          <a:ln w="13970">
            <a:solidFill>
              <a:srgbClr val="EA6A1A"/>
            </a:solidFill>
            <a:prstDash val="solid"/>
          </a:ln>
        </p:spPr>
      </p:sp>
      <p:sp>
        <p:nvSpPr>
          <p:cNvPr id="288" name="Shape 286"/>
          <p:cNvSpPr/>
          <p:nvPr/>
        </p:nvSpPr>
        <p:spPr>
          <a:xfrm>
            <a:off x="9628632" y="3959352"/>
            <a:ext cx="0" cy="0"/>
          </a:xfrm>
          <a:prstGeom prst="line">
            <a:avLst/>
          </a:prstGeom>
          <a:noFill/>
          <a:ln w="13970">
            <a:solidFill>
              <a:srgbClr val="EA6A1A"/>
            </a:solidFill>
            <a:prstDash val="solid"/>
          </a:ln>
        </p:spPr>
      </p:sp>
      <p:sp>
        <p:nvSpPr>
          <p:cNvPr id="289" name="Shape 287"/>
          <p:cNvSpPr/>
          <p:nvPr/>
        </p:nvSpPr>
        <p:spPr>
          <a:xfrm>
            <a:off x="11201400" y="3959352"/>
            <a:ext cx="0" cy="0"/>
          </a:xfrm>
          <a:prstGeom prst="line">
            <a:avLst/>
          </a:prstGeom>
          <a:noFill/>
          <a:ln w="13970">
            <a:solidFill>
              <a:srgbClr val="EA6A1A"/>
            </a:solidFill>
            <a:prstDash val="solid"/>
          </a:ln>
        </p:spPr>
      </p:sp>
      <p:sp>
        <p:nvSpPr>
          <p:cNvPr id="290" name="Shape 288"/>
          <p:cNvSpPr/>
          <p:nvPr/>
        </p:nvSpPr>
        <p:spPr>
          <a:xfrm>
            <a:off x="11201400" y="3959352"/>
            <a:ext cx="0" cy="0"/>
          </a:xfrm>
          <a:prstGeom prst="line">
            <a:avLst/>
          </a:prstGeom>
          <a:noFill/>
          <a:ln w="13970">
            <a:solidFill>
              <a:srgbClr val="EA6A1A"/>
            </a:solidFill>
            <a:prstDash val="solid"/>
          </a:ln>
        </p:spPr>
      </p:sp>
      <p:sp>
        <p:nvSpPr>
          <p:cNvPr id="291" name="Shape 289"/>
          <p:cNvSpPr/>
          <p:nvPr/>
        </p:nvSpPr>
        <p:spPr>
          <a:xfrm>
            <a:off x="6080760" y="2286000"/>
            <a:ext cx="4334256" cy="502920"/>
          </a:xfrm>
          <a:prstGeom prst="line">
            <a:avLst/>
          </a:prstGeom>
          <a:noFill/>
          <a:ln w="13970">
            <a:solidFill>
              <a:srgbClr val="256B9A"/>
            </a:solidFill>
            <a:prstDash val="solid"/>
            <a:tailEnd type="triangle"/>
          </a:ln>
        </p:spPr>
      </p:sp>
      <p:sp>
        <p:nvSpPr>
          <p:cNvPr id="292" name="Shape 290"/>
          <p:cNvSpPr/>
          <p:nvPr/>
        </p:nvSpPr>
        <p:spPr>
          <a:xfrm>
            <a:off x="868680" y="4709160"/>
            <a:ext cx="10469880" cy="502920"/>
          </a:xfrm>
          <a:prstGeom prst="rect">
            <a:avLst/>
          </a:prstGeom>
          <a:solidFill>
            <a:srgbClr val="FCE5D3"/>
          </a:solidFill>
          <a:ln w="12700">
            <a:solidFill>
              <a:srgbClr val="EA6A1A"/>
            </a:solidFill>
            <a:prstDash val="solid"/>
          </a:ln>
        </p:spPr>
      </p:sp>
      <p:sp>
        <p:nvSpPr>
          <p:cNvPr id="293" name="Text 291"/>
          <p:cNvSpPr/>
          <p:nvPr/>
        </p:nvSpPr>
        <p:spPr>
          <a:xfrm>
            <a:off x="1078992" y="4855464"/>
            <a:ext cx="10012680" cy="182880"/>
          </a:xfrm>
          <a:prstGeom prst="rect">
            <a:avLst/>
          </a:prstGeom>
          <a:noFill/>
          <a:ln/>
        </p:spPr>
        <p:txBody>
          <a:bodyPr wrap="square" lIns="635" tIns="635" rIns="635" bIns="635" rtlCol="0" anchor="t">
            <a:normAutofit/>
          </a:bodyPr>
          <a:lstStyle/>
          <a:p>
            <a:pPr marL="0" indent="0" algn="ctr">
              <a:lnSpc>
                <a:spcPct val="90000"/>
              </a:lnSpc>
              <a:buNone/>
            </a:pPr>
            <a:r>
              <a:rPr lang="en-US" sz="1320" b="1" dirty="0">
                <a:solidFill>
                  <a:srgbClr val="0B1F33"/>
                </a:solidFill>
                <a:latin typeface="Malgun Gothic" pitchFamily="34" charset="0"/>
                <a:ea typeface="Malgun Gothic" pitchFamily="34" charset="-122"/>
                <a:cs typeface="Malgun Gothic" pitchFamily="34" charset="-120"/>
              </a:rPr>
              <a:t>주의: 여러 에이전트가 같은 파일을 동시에 수정하면 충돌이 생길 수 있어, 먼저 읽기·검토 중심으로 맡긴다.</a:t>
            </a:r>
            <a:endParaRPr lang="en-US" sz="13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Security / CSO Sweep</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18</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AI가 만든 코드는 사람이 검토하고, 실제 개인정보로 실습하지 않는다.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CSO 보안 감사</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보안과 개인정보 주의사항</a:t>
            </a:r>
            <a:endParaRPr lang="en-US" sz="2900" dirty="0"/>
          </a:p>
        </p:txBody>
      </p:sp>
      <p:sp>
        <p:nvSpPr>
          <p:cNvPr id="215" name="Shape 213"/>
          <p:cNvSpPr/>
          <p:nvPr/>
        </p:nvSpPr>
        <p:spPr>
          <a:xfrm>
            <a:off x="841248" y="1755648"/>
            <a:ext cx="2971800" cy="2788920"/>
          </a:xfrm>
          <a:prstGeom prst="roundRect">
            <a:avLst>
              <a:gd name="adj" fmla="val 1967"/>
            </a:avLst>
          </a:prstGeom>
          <a:solidFill>
            <a:srgbClr val="FCE5D3"/>
          </a:solidFill>
          <a:ln w="15240">
            <a:solidFill>
              <a:srgbClr val="EA6A1A"/>
            </a:solidFill>
            <a:prstDash val="solid"/>
          </a:ln>
        </p:spPr>
      </p:sp>
      <p:sp>
        <p:nvSpPr>
          <p:cNvPr id="216" name="Shape 214"/>
          <p:cNvSpPr/>
          <p:nvPr/>
        </p:nvSpPr>
        <p:spPr>
          <a:xfrm>
            <a:off x="950976" y="1865376"/>
            <a:ext cx="1508760" cy="310896"/>
          </a:xfrm>
          <a:prstGeom prst="rect">
            <a:avLst/>
          </a:prstGeom>
          <a:solidFill>
            <a:srgbClr val="EA6A1A"/>
          </a:solidFill>
          <a:ln w="12700">
            <a:solidFill>
              <a:srgbClr val="EA6A1A"/>
            </a:solidFill>
            <a:prstDash val="solid"/>
          </a:ln>
        </p:spPr>
      </p:sp>
      <p:sp>
        <p:nvSpPr>
          <p:cNvPr id="217" name="Text 215"/>
          <p:cNvSpPr/>
          <p:nvPr/>
        </p:nvSpPr>
        <p:spPr>
          <a:xfrm>
            <a:off x="1024128" y="1920240"/>
            <a:ext cx="136245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CSO 관점</a:t>
            </a:r>
            <a:endParaRPr lang="en-US" sz="1050" dirty="0"/>
          </a:p>
        </p:txBody>
      </p:sp>
      <p:sp>
        <p:nvSpPr>
          <p:cNvPr id="218" name="Text 216"/>
          <p:cNvSpPr/>
          <p:nvPr/>
        </p:nvSpPr>
        <p:spPr>
          <a:xfrm>
            <a:off x="1042416" y="2286000"/>
            <a:ext cx="2569464" cy="2093976"/>
          </a:xfrm>
          <a:prstGeom prst="rect">
            <a:avLst/>
          </a:prstGeom>
          <a:noFill/>
          <a:ln/>
        </p:spPr>
        <p:txBody>
          <a:bodyPr wrap="square" lIns="635" tIns="635" rIns="635" bIns="635" rtlCol="0" anchor="ctr">
            <a:normAutofit/>
          </a:bodyPr>
          <a:lstStyle/>
          <a:p>
            <a:pPr marL="0" indent="0" algn="ctr">
              <a:lnSpc>
                <a:spcPct val="90000"/>
              </a:lnSpc>
              <a:buNone/>
            </a:pPr>
            <a:r>
              <a:rPr lang="en-US" sz="1600" b="1" dirty="0">
                <a:solidFill>
                  <a:srgbClr val="0B1F33"/>
                </a:solidFill>
                <a:latin typeface="Malgun Gothic" pitchFamily="34" charset="0"/>
                <a:ea typeface="Malgun Gothic" pitchFamily="34" charset="-122"/>
                <a:cs typeface="Malgun Gothic" pitchFamily="34" charset="-120"/>
              </a:rPr>
              <a:t>학교 업무용 하네스에는</a:t>
            </a:r>
            <a:endParaRPr lang="en-US" sz="1600" dirty="0"/>
          </a:p>
          <a:p>
            <a:pPr marL="0" indent="0" algn="ctr">
              <a:lnSpc>
                <a:spcPct val="90000"/>
              </a:lnSpc>
              <a:buNone/>
            </a:pPr>
            <a:r>
              <a:rPr lang="en-US" sz="1600" b="1" dirty="0">
                <a:solidFill>
                  <a:srgbClr val="0B1F33"/>
                </a:solidFill>
                <a:latin typeface="Malgun Gothic" pitchFamily="34" charset="0"/>
                <a:ea typeface="Malgun Gothic" pitchFamily="34" charset="-122"/>
                <a:cs typeface="Malgun Gothic" pitchFamily="34" charset="-120"/>
              </a:rPr>
              <a:t>최고 보안 책임자 역할이</a:t>
            </a:r>
            <a:endParaRPr lang="en-US" sz="1600" dirty="0"/>
          </a:p>
          <a:p>
            <a:pPr marL="0" indent="0" algn="ctr">
              <a:lnSpc>
                <a:spcPct val="90000"/>
              </a:lnSpc>
              <a:buNone/>
            </a:pPr>
            <a:r>
              <a:rPr lang="en-US" sz="1600" b="1" dirty="0">
                <a:solidFill>
                  <a:srgbClr val="0B1F33"/>
                </a:solidFill>
                <a:latin typeface="Malgun Gothic" pitchFamily="34" charset="0"/>
                <a:ea typeface="Malgun Gothic" pitchFamily="34" charset="-122"/>
                <a:cs typeface="Malgun Gothic" pitchFamily="34" charset="-120"/>
              </a:rPr>
              <a:t>반드시 들어가야 합니다.</a:t>
            </a:r>
            <a:endParaRPr lang="en-US" sz="1600" dirty="0"/>
          </a:p>
        </p:txBody>
      </p:sp>
      <p:sp>
        <p:nvSpPr>
          <p:cNvPr id="219" name="Shape 217"/>
          <p:cNvSpPr/>
          <p:nvPr/>
        </p:nvSpPr>
        <p:spPr>
          <a:xfrm>
            <a:off x="886968" y="1801368"/>
            <a:ext cx="256032" cy="0"/>
          </a:xfrm>
          <a:prstGeom prst="line">
            <a:avLst/>
          </a:prstGeom>
          <a:noFill/>
          <a:ln w="13970">
            <a:solidFill>
              <a:srgbClr val="EA6A1A"/>
            </a:solidFill>
            <a:prstDash val="solid"/>
          </a:ln>
        </p:spPr>
      </p:sp>
      <p:sp>
        <p:nvSpPr>
          <p:cNvPr id="220" name="Shape 218"/>
          <p:cNvSpPr/>
          <p:nvPr/>
        </p:nvSpPr>
        <p:spPr>
          <a:xfrm>
            <a:off x="886968" y="1801368"/>
            <a:ext cx="0" cy="256032"/>
          </a:xfrm>
          <a:prstGeom prst="line">
            <a:avLst/>
          </a:prstGeom>
          <a:noFill/>
          <a:ln w="13970">
            <a:solidFill>
              <a:srgbClr val="EA6A1A"/>
            </a:solidFill>
            <a:prstDash val="solid"/>
          </a:ln>
        </p:spPr>
      </p:sp>
      <p:sp>
        <p:nvSpPr>
          <p:cNvPr id="221" name="Shape 219"/>
          <p:cNvSpPr/>
          <p:nvPr/>
        </p:nvSpPr>
        <p:spPr>
          <a:xfrm>
            <a:off x="3767328" y="1801368"/>
            <a:ext cx="0" cy="0"/>
          </a:xfrm>
          <a:prstGeom prst="line">
            <a:avLst/>
          </a:prstGeom>
          <a:noFill/>
          <a:ln w="13970">
            <a:solidFill>
              <a:srgbClr val="EA6A1A"/>
            </a:solidFill>
            <a:prstDash val="solid"/>
          </a:ln>
        </p:spPr>
      </p:sp>
      <p:sp>
        <p:nvSpPr>
          <p:cNvPr id="222" name="Shape 220"/>
          <p:cNvSpPr/>
          <p:nvPr/>
        </p:nvSpPr>
        <p:spPr>
          <a:xfrm>
            <a:off x="3767328" y="1801368"/>
            <a:ext cx="0" cy="256032"/>
          </a:xfrm>
          <a:prstGeom prst="line">
            <a:avLst/>
          </a:prstGeom>
          <a:noFill/>
          <a:ln w="13970">
            <a:solidFill>
              <a:srgbClr val="EA6A1A"/>
            </a:solidFill>
            <a:prstDash val="solid"/>
          </a:ln>
        </p:spPr>
      </p:sp>
      <p:sp>
        <p:nvSpPr>
          <p:cNvPr id="223" name="Shape 221"/>
          <p:cNvSpPr/>
          <p:nvPr/>
        </p:nvSpPr>
        <p:spPr>
          <a:xfrm>
            <a:off x="886968" y="4498848"/>
            <a:ext cx="256032" cy="0"/>
          </a:xfrm>
          <a:prstGeom prst="line">
            <a:avLst/>
          </a:prstGeom>
          <a:noFill/>
          <a:ln w="13970">
            <a:solidFill>
              <a:srgbClr val="EA6A1A"/>
            </a:solidFill>
            <a:prstDash val="solid"/>
          </a:ln>
        </p:spPr>
      </p:sp>
      <p:sp>
        <p:nvSpPr>
          <p:cNvPr id="224" name="Shape 222"/>
          <p:cNvSpPr/>
          <p:nvPr/>
        </p:nvSpPr>
        <p:spPr>
          <a:xfrm>
            <a:off x="886968" y="4498848"/>
            <a:ext cx="0" cy="0"/>
          </a:xfrm>
          <a:prstGeom prst="line">
            <a:avLst/>
          </a:prstGeom>
          <a:noFill/>
          <a:ln w="13970">
            <a:solidFill>
              <a:srgbClr val="EA6A1A"/>
            </a:solidFill>
            <a:prstDash val="solid"/>
          </a:ln>
        </p:spPr>
      </p:sp>
      <p:sp>
        <p:nvSpPr>
          <p:cNvPr id="225" name="Shape 223"/>
          <p:cNvSpPr/>
          <p:nvPr/>
        </p:nvSpPr>
        <p:spPr>
          <a:xfrm>
            <a:off x="3767328" y="4498848"/>
            <a:ext cx="0" cy="0"/>
          </a:xfrm>
          <a:prstGeom prst="line">
            <a:avLst/>
          </a:prstGeom>
          <a:noFill/>
          <a:ln w="13970">
            <a:solidFill>
              <a:srgbClr val="EA6A1A"/>
            </a:solidFill>
            <a:prstDash val="solid"/>
          </a:ln>
        </p:spPr>
      </p:sp>
      <p:sp>
        <p:nvSpPr>
          <p:cNvPr id="226" name="Shape 224"/>
          <p:cNvSpPr/>
          <p:nvPr/>
        </p:nvSpPr>
        <p:spPr>
          <a:xfrm>
            <a:off x="3767328" y="4498848"/>
            <a:ext cx="0" cy="0"/>
          </a:xfrm>
          <a:prstGeom prst="line">
            <a:avLst/>
          </a:prstGeom>
          <a:noFill/>
          <a:ln w="13970">
            <a:solidFill>
              <a:srgbClr val="EA6A1A"/>
            </a:solidFill>
            <a:prstDash val="solid"/>
          </a:ln>
        </p:spPr>
      </p:sp>
      <p:sp>
        <p:nvSpPr>
          <p:cNvPr id="227" name="Shape 225"/>
          <p:cNvSpPr/>
          <p:nvPr/>
        </p:nvSpPr>
        <p:spPr>
          <a:xfrm>
            <a:off x="4251960" y="1719072"/>
            <a:ext cx="6903720" cy="329184"/>
          </a:xfrm>
          <a:prstGeom prst="rect">
            <a:avLst/>
          </a:prstGeom>
          <a:solidFill>
            <a:srgbClr val="FFFFFF">
              <a:alpha val="96000"/>
            </a:srgbClr>
          </a:solidFill>
          <a:ln w="7620">
            <a:solidFill>
              <a:srgbClr val="C9D8E4"/>
            </a:solidFill>
            <a:prstDash val="solid"/>
          </a:ln>
        </p:spPr>
      </p:sp>
      <p:sp>
        <p:nvSpPr>
          <p:cNvPr id="228" name="Shape 226"/>
          <p:cNvSpPr/>
          <p:nvPr/>
        </p:nvSpPr>
        <p:spPr>
          <a:xfrm>
            <a:off x="4352544" y="1792224"/>
            <a:ext cx="164592" cy="164592"/>
          </a:xfrm>
          <a:prstGeom prst="rect">
            <a:avLst/>
          </a:prstGeom>
          <a:solidFill>
            <a:srgbClr val="2D8A70"/>
          </a:solidFill>
          <a:ln w="12700">
            <a:solidFill>
              <a:srgbClr val="2D8A70"/>
            </a:solidFill>
            <a:prstDash val="solid"/>
          </a:ln>
        </p:spPr>
      </p:sp>
      <p:sp>
        <p:nvSpPr>
          <p:cNvPr id="229" name="Shape 227"/>
          <p:cNvSpPr/>
          <p:nvPr/>
        </p:nvSpPr>
        <p:spPr>
          <a:xfrm>
            <a:off x="4379976" y="1883664"/>
            <a:ext cx="45720" cy="54864"/>
          </a:xfrm>
          <a:prstGeom prst="line">
            <a:avLst/>
          </a:prstGeom>
          <a:noFill/>
          <a:ln w="15240">
            <a:solidFill>
              <a:srgbClr val="FFFFFF"/>
            </a:solidFill>
            <a:prstDash val="solid"/>
          </a:ln>
        </p:spPr>
      </p:sp>
      <p:sp>
        <p:nvSpPr>
          <p:cNvPr id="230" name="Shape 228"/>
          <p:cNvSpPr/>
          <p:nvPr/>
        </p:nvSpPr>
        <p:spPr>
          <a:xfrm>
            <a:off x="4425696" y="1938528"/>
            <a:ext cx="82296" cy="0"/>
          </a:xfrm>
          <a:prstGeom prst="line">
            <a:avLst/>
          </a:prstGeom>
          <a:noFill/>
          <a:ln w="15240">
            <a:solidFill>
              <a:srgbClr val="FFFFFF"/>
            </a:solidFill>
            <a:prstDash val="solid"/>
          </a:ln>
        </p:spPr>
      </p:sp>
      <p:sp>
        <p:nvSpPr>
          <p:cNvPr id="231" name="Text 229"/>
          <p:cNvSpPr/>
          <p:nvPr/>
        </p:nvSpPr>
        <p:spPr>
          <a:xfrm>
            <a:off x="4599432" y="1783080"/>
            <a:ext cx="6464808" cy="182880"/>
          </a:xfrm>
          <a:prstGeom prst="rect">
            <a:avLst/>
          </a:prstGeom>
          <a:noFill/>
          <a:ln/>
        </p:spPr>
        <p:txBody>
          <a:bodyPr wrap="square" lIns="635" tIns="635" rIns="635" bIns="635" rtlCol="0" anchor="t">
            <a:normAutofit/>
          </a:bodyPr>
          <a:lstStyle/>
          <a:p>
            <a:pPr marL="0" indent="0" algn="l">
              <a:lnSpc>
                <a:spcPct val="90000"/>
              </a:lnSpc>
              <a:buNone/>
            </a:pPr>
            <a:r>
              <a:rPr lang="en-US" sz="1210" dirty="0">
                <a:solidFill>
                  <a:srgbClr val="0B1F33"/>
                </a:solidFill>
                <a:latin typeface="Malgun Gothic" pitchFamily="34" charset="0"/>
                <a:ea typeface="Malgun Gothic" pitchFamily="34" charset="-122"/>
                <a:cs typeface="Malgun Gothic" pitchFamily="34" charset="-120"/>
              </a:rPr>
              <a:t>실제 학생, 학부모, 교직원 개인정보로 실습하지 않는다</a:t>
            </a:r>
            <a:endParaRPr lang="en-US" sz="1210" dirty="0"/>
          </a:p>
        </p:txBody>
      </p:sp>
      <p:sp>
        <p:nvSpPr>
          <p:cNvPr id="232" name="Shape 230"/>
          <p:cNvSpPr/>
          <p:nvPr/>
        </p:nvSpPr>
        <p:spPr>
          <a:xfrm>
            <a:off x="4251960" y="2148840"/>
            <a:ext cx="6903720" cy="329184"/>
          </a:xfrm>
          <a:prstGeom prst="rect">
            <a:avLst/>
          </a:prstGeom>
          <a:solidFill>
            <a:srgbClr val="EFF7FC">
              <a:alpha val="96000"/>
            </a:srgbClr>
          </a:solidFill>
          <a:ln w="7620">
            <a:solidFill>
              <a:srgbClr val="C9D8E4"/>
            </a:solidFill>
            <a:prstDash val="solid"/>
          </a:ln>
        </p:spPr>
      </p:sp>
      <p:sp>
        <p:nvSpPr>
          <p:cNvPr id="233" name="Shape 231"/>
          <p:cNvSpPr/>
          <p:nvPr/>
        </p:nvSpPr>
        <p:spPr>
          <a:xfrm>
            <a:off x="4352544" y="2221992"/>
            <a:ext cx="164592" cy="164592"/>
          </a:xfrm>
          <a:prstGeom prst="rect">
            <a:avLst/>
          </a:prstGeom>
          <a:solidFill>
            <a:srgbClr val="2D8A70"/>
          </a:solidFill>
          <a:ln w="12700">
            <a:solidFill>
              <a:srgbClr val="2D8A70"/>
            </a:solidFill>
            <a:prstDash val="solid"/>
          </a:ln>
        </p:spPr>
      </p:sp>
      <p:sp>
        <p:nvSpPr>
          <p:cNvPr id="234" name="Shape 232"/>
          <p:cNvSpPr/>
          <p:nvPr/>
        </p:nvSpPr>
        <p:spPr>
          <a:xfrm>
            <a:off x="4379976" y="2313432"/>
            <a:ext cx="45720" cy="54864"/>
          </a:xfrm>
          <a:prstGeom prst="line">
            <a:avLst/>
          </a:prstGeom>
          <a:noFill/>
          <a:ln w="15240">
            <a:solidFill>
              <a:srgbClr val="FFFFFF"/>
            </a:solidFill>
            <a:prstDash val="solid"/>
          </a:ln>
        </p:spPr>
      </p:sp>
      <p:sp>
        <p:nvSpPr>
          <p:cNvPr id="235" name="Shape 233"/>
          <p:cNvSpPr/>
          <p:nvPr/>
        </p:nvSpPr>
        <p:spPr>
          <a:xfrm>
            <a:off x="4425696" y="2368296"/>
            <a:ext cx="82296" cy="0"/>
          </a:xfrm>
          <a:prstGeom prst="line">
            <a:avLst/>
          </a:prstGeom>
          <a:noFill/>
          <a:ln w="15240">
            <a:solidFill>
              <a:srgbClr val="FFFFFF"/>
            </a:solidFill>
            <a:prstDash val="solid"/>
          </a:ln>
        </p:spPr>
      </p:sp>
      <p:sp>
        <p:nvSpPr>
          <p:cNvPr id="236" name="Text 234"/>
          <p:cNvSpPr/>
          <p:nvPr/>
        </p:nvSpPr>
        <p:spPr>
          <a:xfrm>
            <a:off x="4599432" y="2212848"/>
            <a:ext cx="6464808" cy="182880"/>
          </a:xfrm>
          <a:prstGeom prst="rect">
            <a:avLst/>
          </a:prstGeom>
          <a:noFill/>
          <a:ln/>
        </p:spPr>
        <p:txBody>
          <a:bodyPr wrap="square" lIns="635" tIns="635" rIns="635" bIns="635" rtlCol="0" anchor="t">
            <a:normAutofit/>
          </a:bodyPr>
          <a:lstStyle/>
          <a:p>
            <a:pPr marL="0" indent="0" algn="l">
              <a:lnSpc>
                <a:spcPct val="90000"/>
              </a:lnSpc>
              <a:buNone/>
            </a:pPr>
            <a:r>
              <a:rPr lang="en-US" sz="1210" dirty="0">
                <a:solidFill>
                  <a:srgbClr val="0B1F33"/>
                </a:solidFill>
                <a:latin typeface="Malgun Gothic" pitchFamily="34" charset="0"/>
                <a:ea typeface="Malgun Gothic" pitchFamily="34" charset="-122"/>
                <a:cs typeface="Malgun Gothic" pitchFamily="34" charset="-120"/>
              </a:rPr>
              <a:t>전화번호, 주민번호, 건강정보는 입력하지 않는다</a:t>
            </a:r>
            <a:endParaRPr lang="en-US" sz="1210" dirty="0"/>
          </a:p>
        </p:txBody>
      </p:sp>
      <p:sp>
        <p:nvSpPr>
          <p:cNvPr id="237" name="Shape 235"/>
          <p:cNvSpPr/>
          <p:nvPr/>
        </p:nvSpPr>
        <p:spPr>
          <a:xfrm>
            <a:off x="4251960" y="2578608"/>
            <a:ext cx="6903720" cy="329184"/>
          </a:xfrm>
          <a:prstGeom prst="rect">
            <a:avLst/>
          </a:prstGeom>
          <a:solidFill>
            <a:srgbClr val="FFFFFF">
              <a:alpha val="96000"/>
            </a:srgbClr>
          </a:solidFill>
          <a:ln w="7620">
            <a:solidFill>
              <a:srgbClr val="C9D8E4"/>
            </a:solidFill>
            <a:prstDash val="solid"/>
          </a:ln>
        </p:spPr>
      </p:sp>
      <p:sp>
        <p:nvSpPr>
          <p:cNvPr id="238" name="Shape 236"/>
          <p:cNvSpPr/>
          <p:nvPr/>
        </p:nvSpPr>
        <p:spPr>
          <a:xfrm>
            <a:off x="4352544" y="2651760"/>
            <a:ext cx="164592" cy="164592"/>
          </a:xfrm>
          <a:prstGeom prst="rect">
            <a:avLst/>
          </a:prstGeom>
          <a:solidFill>
            <a:srgbClr val="2D8A70"/>
          </a:solidFill>
          <a:ln w="12700">
            <a:solidFill>
              <a:srgbClr val="2D8A70"/>
            </a:solidFill>
            <a:prstDash val="solid"/>
          </a:ln>
        </p:spPr>
      </p:sp>
      <p:sp>
        <p:nvSpPr>
          <p:cNvPr id="239" name="Shape 237"/>
          <p:cNvSpPr/>
          <p:nvPr/>
        </p:nvSpPr>
        <p:spPr>
          <a:xfrm>
            <a:off x="4379976" y="2743200"/>
            <a:ext cx="45720" cy="54864"/>
          </a:xfrm>
          <a:prstGeom prst="line">
            <a:avLst/>
          </a:prstGeom>
          <a:noFill/>
          <a:ln w="15240">
            <a:solidFill>
              <a:srgbClr val="FFFFFF"/>
            </a:solidFill>
            <a:prstDash val="solid"/>
          </a:ln>
        </p:spPr>
      </p:sp>
      <p:sp>
        <p:nvSpPr>
          <p:cNvPr id="240" name="Shape 238"/>
          <p:cNvSpPr/>
          <p:nvPr/>
        </p:nvSpPr>
        <p:spPr>
          <a:xfrm>
            <a:off x="4425696" y="2798064"/>
            <a:ext cx="82296" cy="0"/>
          </a:xfrm>
          <a:prstGeom prst="line">
            <a:avLst/>
          </a:prstGeom>
          <a:noFill/>
          <a:ln w="15240">
            <a:solidFill>
              <a:srgbClr val="FFFFFF"/>
            </a:solidFill>
            <a:prstDash val="solid"/>
          </a:ln>
        </p:spPr>
      </p:sp>
      <p:sp>
        <p:nvSpPr>
          <p:cNvPr id="241" name="Text 239"/>
          <p:cNvSpPr/>
          <p:nvPr/>
        </p:nvSpPr>
        <p:spPr>
          <a:xfrm>
            <a:off x="4599432" y="2642616"/>
            <a:ext cx="6464808" cy="182880"/>
          </a:xfrm>
          <a:prstGeom prst="rect">
            <a:avLst/>
          </a:prstGeom>
          <a:noFill/>
          <a:ln/>
        </p:spPr>
        <p:txBody>
          <a:bodyPr wrap="square" lIns="635" tIns="635" rIns="635" bIns="635" rtlCol="0" anchor="t">
            <a:normAutofit/>
          </a:bodyPr>
          <a:lstStyle/>
          <a:p>
            <a:pPr marL="0" indent="0" algn="l">
              <a:lnSpc>
                <a:spcPct val="90000"/>
              </a:lnSpc>
              <a:buNone/>
            </a:pPr>
            <a:r>
              <a:rPr lang="en-US" sz="1210" dirty="0">
                <a:solidFill>
                  <a:srgbClr val="0B1F33"/>
                </a:solidFill>
                <a:latin typeface="Malgun Gothic" pitchFamily="34" charset="0"/>
                <a:ea typeface="Malgun Gothic" pitchFamily="34" charset="-122"/>
                <a:cs typeface="Malgun Gothic" pitchFamily="34" charset="-120"/>
              </a:rPr>
              <a:t>API Key를 GitHub에 올리지 않는다</a:t>
            </a:r>
            <a:endParaRPr lang="en-US" sz="1210" dirty="0"/>
          </a:p>
        </p:txBody>
      </p:sp>
      <p:sp>
        <p:nvSpPr>
          <p:cNvPr id="242" name="Shape 240"/>
          <p:cNvSpPr/>
          <p:nvPr/>
        </p:nvSpPr>
        <p:spPr>
          <a:xfrm>
            <a:off x="4251960" y="3008376"/>
            <a:ext cx="6903720" cy="329184"/>
          </a:xfrm>
          <a:prstGeom prst="rect">
            <a:avLst/>
          </a:prstGeom>
          <a:solidFill>
            <a:srgbClr val="EFF7FC">
              <a:alpha val="96000"/>
            </a:srgbClr>
          </a:solidFill>
          <a:ln w="7620">
            <a:solidFill>
              <a:srgbClr val="C9D8E4"/>
            </a:solidFill>
            <a:prstDash val="solid"/>
          </a:ln>
        </p:spPr>
      </p:sp>
      <p:sp>
        <p:nvSpPr>
          <p:cNvPr id="243" name="Shape 241"/>
          <p:cNvSpPr/>
          <p:nvPr/>
        </p:nvSpPr>
        <p:spPr>
          <a:xfrm>
            <a:off x="4352544" y="3081528"/>
            <a:ext cx="164592" cy="164592"/>
          </a:xfrm>
          <a:prstGeom prst="rect">
            <a:avLst/>
          </a:prstGeom>
          <a:solidFill>
            <a:srgbClr val="2D8A70"/>
          </a:solidFill>
          <a:ln w="12700">
            <a:solidFill>
              <a:srgbClr val="2D8A70"/>
            </a:solidFill>
            <a:prstDash val="solid"/>
          </a:ln>
        </p:spPr>
      </p:sp>
      <p:sp>
        <p:nvSpPr>
          <p:cNvPr id="244" name="Shape 242"/>
          <p:cNvSpPr/>
          <p:nvPr/>
        </p:nvSpPr>
        <p:spPr>
          <a:xfrm>
            <a:off x="4379976" y="3172968"/>
            <a:ext cx="45720" cy="54864"/>
          </a:xfrm>
          <a:prstGeom prst="line">
            <a:avLst/>
          </a:prstGeom>
          <a:noFill/>
          <a:ln w="15240">
            <a:solidFill>
              <a:srgbClr val="FFFFFF"/>
            </a:solidFill>
            <a:prstDash val="solid"/>
          </a:ln>
        </p:spPr>
      </p:sp>
      <p:sp>
        <p:nvSpPr>
          <p:cNvPr id="245" name="Shape 243"/>
          <p:cNvSpPr/>
          <p:nvPr/>
        </p:nvSpPr>
        <p:spPr>
          <a:xfrm>
            <a:off x="4425696" y="3227832"/>
            <a:ext cx="82296" cy="0"/>
          </a:xfrm>
          <a:prstGeom prst="line">
            <a:avLst/>
          </a:prstGeom>
          <a:noFill/>
          <a:ln w="15240">
            <a:solidFill>
              <a:srgbClr val="FFFFFF"/>
            </a:solidFill>
            <a:prstDash val="solid"/>
          </a:ln>
        </p:spPr>
      </p:sp>
      <p:sp>
        <p:nvSpPr>
          <p:cNvPr id="246" name="Text 244"/>
          <p:cNvSpPr/>
          <p:nvPr/>
        </p:nvSpPr>
        <p:spPr>
          <a:xfrm>
            <a:off x="4599432" y="3072384"/>
            <a:ext cx="6464808" cy="182880"/>
          </a:xfrm>
          <a:prstGeom prst="rect">
            <a:avLst/>
          </a:prstGeom>
          <a:noFill/>
          <a:ln/>
        </p:spPr>
        <p:txBody>
          <a:bodyPr wrap="square" lIns="635" tIns="635" rIns="635" bIns="635" rtlCol="0" anchor="t">
            <a:normAutofit/>
          </a:bodyPr>
          <a:lstStyle/>
          <a:p>
            <a:pPr marL="0" indent="0" algn="l">
              <a:lnSpc>
                <a:spcPct val="90000"/>
              </a:lnSpc>
              <a:buNone/>
            </a:pPr>
            <a:r>
              <a:rPr lang="en-US" sz="1210" dirty="0">
                <a:solidFill>
                  <a:srgbClr val="0B1F33"/>
                </a:solidFill>
                <a:latin typeface="Malgun Gothic" pitchFamily="34" charset="0"/>
                <a:ea typeface="Malgun Gothic" pitchFamily="34" charset="-122"/>
                <a:cs typeface="Malgun Gothic" pitchFamily="34" charset="-120"/>
              </a:rPr>
              <a:t>외부 서비스 사용 전 기관 내부 규정을 확인한다</a:t>
            </a:r>
            <a:endParaRPr lang="en-US" sz="1210" dirty="0"/>
          </a:p>
        </p:txBody>
      </p:sp>
      <p:sp>
        <p:nvSpPr>
          <p:cNvPr id="247" name="Shape 245"/>
          <p:cNvSpPr/>
          <p:nvPr/>
        </p:nvSpPr>
        <p:spPr>
          <a:xfrm>
            <a:off x="4251960" y="3438144"/>
            <a:ext cx="6903720" cy="329184"/>
          </a:xfrm>
          <a:prstGeom prst="rect">
            <a:avLst/>
          </a:prstGeom>
          <a:solidFill>
            <a:srgbClr val="FFFFFF">
              <a:alpha val="96000"/>
            </a:srgbClr>
          </a:solidFill>
          <a:ln w="7620">
            <a:solidFill>
              <a:srgbClr val="C9D8E4"/>
            </a:solidFill>
            <a:prstDash val="solid"/>
          </a:ln>
        </p:spPr>
      </p:sp>
      <p:sp>
        <p:nvSpPr>
          <p:cNvPr id="248" name="Shape 246"/>
          <p:cNvSpPr/>
          <p:nvPr/>
        </p:nvSpPr>
        <p:spPr>
          <a:xfrm>
            <a:off x="4352544" y="3511296"/>
            <a:ext cx="164592" cy="164592"/>
          </a:xfrm>
          <a:prstGeom prst="rect">
            <a:avLst/>
          </a:prstGeom>
          <a:solidFill>
            <a:srgbClr val="2D8A70"/>
          </a:solidFill>
          <a:ln w="12700">
            <a:solidFill>
              <a:srgbClr val="2D8A70"/>
            </a:solidFill>
            <a:prstDash val="solid"/>
          </a:ln>
        </p:spPr>
      </p:sp>
      <p:sp>
        <p:nvSpPr>
          <p:cNvPr id="249" name="Shape 247"/>
          <p:cNvSpPr/>
          <p:nvPr/>
        </p:nvSpPr>
        <p:spPr>
          <a:xfrm>
            <a:off x="4379976" y="3602736"/>
            <a:ext cx="45720" cy="54864"/>
          </a:xfrm>
          <a:prstGeom prst="line">
            <a:avLst/>
          </a:prstGeom>
          <a:noFill/>
          <a:ln w="15240">
            <a:solidFill>
              <a:srgbClr val="FFFFFF"/>
            </a:solidFill>
            <a:prstDash val="solid"/>
          </a:ln>
        </p:spPr>
      </p:sp>
      <p:sp>
        <p:nvSpPr>
          <p:cNvPr id="250" name="Shape 248"/>
          <p:cNvSpPr/>
          <p:nvPr/>
        </p:nvSpPr>
        <p:spPr>
          <a:xfrm>
            <a:off x="4425696" y="3657600"/>
            <a:ext cx="82296" cy="0"/>
          </a:xfrm>
          <a:prstGeom prst="line">
            <a:avLst/>
          </a:prstGeom>
          <a:noFill/>
          <a:ln w="15240">
            <a:solidFill>
              <a:srgbClr val="FFFFFF"/>
            </a:solidFill>
            <a:prstDash val="solid"/>
          </a:ln>
        </p:spPr>
      </p:sp>
      <p:sp>
        <p:nvSpPr>
          <p:cNvPr id="251" name="Text 249"/>
          <p:cNvSpPr/>
          <p:nvPr/>
        </p:nvSpPr>
        <p:spPr>
          <a:xfrm>
            <a:off x="4599432" y="3502152"/>
            <a:ext cx="6464808" cy="182880"/>
          </a:xfrm>
          <a:prstGeom prst="rect">
            <a:avLst/>
          </a:prstGeom>
          <a:noFill/>
          <a:ln/>
        </p:spPr>
        <p:txBody>
          <a:bodyPr wrap="square" lIns="635" tIns="635" rIns="635" bIns="635" rtlCol="0" anchor="t">
            <a:normAutofit/>
          </a:bodyPr>
          <a:lstStyle/>
          <a:p>
            <a:pPr marL="0" indent="0" algn="l">
              <a:lnSpc>
                <a:spcPct val="90000"/>
              </a:lnSpc>
              <a:buNone/>
            </a:pPr>
            <a:r>
              <a:rPr lang="en-US" sz="1210" dirty="0">
                <a:solidFill>
                  <a:srgbClr val="0B1F33"/>
                </a:solidFill>
                <a:latin typeface="Malgun Gothic" pitchFamily="34" charset="0"/>
                <a:ea typeface="Malgun Gothic" pitchFamily="34" charset="-122"/>
                <a:cs typeface="Malgun Gothic" pitchFamily="34" charset="-120"/>
              </a:rPr>
              <a:t>무료 서비스의 계정 소유권, 보존기간, 요금, 장애 가능성을 확인한다</a:t>
            </a:r>
            <a:endParaRPr lang="en-US" sz="1210" dirty="0"/>
          </a:p>
        </p:txBody>
      </p:sp>
      <p:sp>
        <p:nvSpPr>
          <p:cNvPr id="252" name="Shape 250"/>
          <p:cNvSpPr/>
          <p:nvPr/>
        </p:nvSpPr>
        <p:spPr>
          <a:xfrm>
            <a:off x="4251960" y="3867912"/>
            <a:ext cx="6903720" cy="329184"/>
          </a:xfrm>
          <a:prstGeom prst="rect">
            <a:avLst/>
          </a:prstGeom>
          <a:solidFill>
            <a:srgbClr val="EFF7FC">
              <a:alpha val="96000"/>
            </a:srgbClr>
          </a:solidFill>
          <a:ln w="7620">
            <a:solidFill>
              <a:srgbClr val="C9D8E4"/>
            </a:solidFill>
            <a:prstDash val="solid"/>
          </a:ln>
        </p:spPr>
      </p:sp>
      <p:sp>
        <p:nvSpPr>
          <p:cNvPr id="253" name="Shape 251"/>
          <p:cNvSpPr/>
          <p:nvPr/>
        </p:nvSpPr>
        <p:spPr>
          <a:xfrm>
            <a:off x="4352544" y="3941064"/>
            <a:ext cx="164592" cy="164592"/>
          </a:xfrm>
          <a:prstGeom prst="rect">
            <a:avLst/>
          </a:prstGeom>
          <a:solidFill>
            <a:srgbClr val="2D8A70"/>
          </a:solidFill>
          <a:ln w="12700">
            <a:solidFill>
              <a:srgbClr val="2D8A70"/>
            </a:solidFill>
            <a:prstDash val="solid"/>
          </a:ln>
        </p:spPr>
      </p:sp>
      <p:sp>
        <p:nvSpPr>
          <p:cNvPr id="254" name="Shape 252"/>
          <p:cNvSpPr/>
          <p:nvPr/>
        </p:nvSpPr>
        <p:spPr>
          <a:xfrm>
            <a:off x="4379976" y="4032504"/>
            <a:ext cx="45720" cy="54864"/>
          </a:xfrm>
          <a:prstGeom prst="line">
            <a:avLst/>
          </a:prstGeom>
          <a:noFill/>
          <a:ln w="15240">
            <a:solidFill>
              <a:srgbClr val="FFFFFF"/>
            </a:solidFill>
            <a:prstDash val="solid"/>
          </a:ln>
        </p:spPr>
      </p:sp>
      <p:sp>
        <p:nvSpPr>
          <p:cNvPr id="255" name="Shape 253"/>
          <p:cNvSpPr/>
          <p:nvPr/>
        </p:nvSpPr>
        <p:spPr>
          <a:xfrm>
            <a:off x="4425696" y="4087368"/>
            <a:ext cx="82296" cy="0"/>
          </a:xfrm>
          <a:prstGeom prst="line">
            <a:avLst/>
          </a:prstGeom>
          <a:noFill/>
          <a:ln w="15240">
            <a:solidFill>
              <a:srgbClr val="FFFFFF"/>
            </a:solidFill>
            <a:prstDash val="solid"/>
          </a:ln>
        </p:spPr>
      </p:sp>
      <p:sp>
        <p:nvSpPr>
          <p:cNvPr id="256" name="Text 254"/>
          <p:cNvSpPr/>
          <p:nvPr/>
        </p:nvSpPr>
        <p:spPr>
          <a:xfrm>
            <a:off x="4599432" y="3931920"/>
            <a:ext cx="6464808" cy="182880"/>
          </a:xfrm>
          <a:prstGeom prst="rect">
            <a:avLst/>
          </a:prstGeom>
          <a:noFill/>
          <a:ln/>
        </p:spPr>
        <p:txBody>
          <a:bodyPr wrap="square" lIns="635" tIns="635" rIns="635" bIns="635" rtlCol="0" anchor="t">
            <a:normAutofit/>
          </a:bodyPr>
          <a:lstStyle/>
          <a:p>
            <a:pPr marL="0" indent="0" algn="l">
              <a:lnSpc>
                <a:spcPct val="90000"/>
              </a:lnSpc>
              <a:buNone/>
            </a:pPr>
            <a:r>
              <a:rPr lang="en-US" sz="1210" dirty="0">
                <a:solidFill>
                  <a:srgbClr val="0B1F33"/>
                </a:solidFill>
                <a:latin typeface="Malgun Gothic" pitchFamily="34" charset="0"/>
                <a:ea typeface="Malgun Gothic" pitchFamily="34" charset="-122"/>
                <a:cs typeface="Malgun Gothic" pitchFamily="34" charset="-120"/>
              </a:rPr>
              <a:t>AI가 만든 코드는 사람이 검토한다</a:t>
            </a:r>
            <a:endParaRPr lang="en-US" sz="121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Home Practice</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19</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집에서는 계정과 도구를 준비한 뒤 기획서부터 만들게 한다.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복습 루틴</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집에서 따라 하는 준비물과 순서</a:t>
            </a:r>
            <a:endParaRPr lang="en-US" sz="2900" dirty="0"/>
          </a:p>
        </p:txBody>
      </p:sp>
      <p:sp>
        <p:nvSpPr>
          <p:cNvPr id="215" name="Shape 213"/>
          <p:cNvSpPr/>
          <p:nvPr/>
        </p:nvSpPr>
        <p:spPr>
          <a:xfrm>
            <a:off x="822960" y="1600200"/>
            <a:ext cx="3063240" cy="3337560"/>
          </a:xfrm>
          <a:prstGeom prst="roundRect">
            <a:avLst>
              <a:gd name="adj" fmla="val 1791"/>
            </a:avLst>
          </a:prstGeom>
          <a:solidFill>
            <a:srgbClr val="EFF7FC"/>
          </a:solidFill>
          <a:ln w="15240">
            <a:solidFill>
              <a:srgbClr val="256B9A"/>
            </a:solidFill>
            <a:prstDash val="solid"/>
          </a:ln>
        </p:spPr>
      </p:sp>
      <p:sp>
        <p:nvSpPr>
          <p:cNvPr id="216" name="Shape 214"/>
          <p:cNvSpPr/>
          <p:nvPr/>
        </p:nvSpPr>
        <p:spPr>
          <a:xfrm>
            <a:off x="932688" y="1709928"/>
            <a:ext cx="1508760" cy="310896"/>
          </a:xfrm>
          <a:prstGeom prst="rect">
            <a:avLst/>
          </a:prstGeom>
          <a:solidFill>
            <a:srgbClr val="256B9A"/>
          </a:solidFill>
          <a:ln w="12700">
            <a:solidFill>
              <a:srgbClr val="256B9A"/>
            </a:solidFill>
            <a:prstDash val="solid"/>
          </a:ln>
        </p:spPr>
      </p:sp>
      <p:sp>
        <p:nvSpPr>
          <p:cNvPr id="217" name="Text 215"/>
          <p:cNvSpPr/>
          <p:nvPr/>
        </p:nvSpPr>
        <p:spPr>
          <a:xfrm>
            <a:off x="1005840" y="1764792"/>
            <a:ext cx="1362456" cy="164592"/>
          </a:xfrm>
          <a:prstGeom prst="rect">
            <a:avLst/>
          </a:prstGeom>
          <a:noFill/>
          <a:ln/>
        </p:spPr>
        <p:txBody>
          <a:bodyPr wrap="square" lIns="635" tIns="635" rIns="635" bIns="635" rtlCol="0" anchor="t">
            <a:normAutofit/>
          </a:bodyPr>
          <a:lstStyle/>
          <a:p>
            <a:pPr marL="0" indent="0" algn="ctr">
              <a:lnSpc>
                <a:spcPct val="90000"/>
              </a:lnSpc>
              <a:buNone/>
            </a:pPr>
            <a:r>
              <a:rPr lang="en-US" sz="1050" b="1" dirty="0">
                <a:solidFill>
                  <a:srgbClr val="FFFFFF"/>
                </a:solidFill>
                <a:latin typeface="Malgun Gothic" pitchFamily="34" charset="0"/>
                <a:ea typeface="Malgun Gothic" pitchFamily="34" charset="-122"/>
                <a:cs typeface="Malgun Gothic" pitchFamily="34" charset="-120"/>
              </a:rPr>
              <a:t>준비물</a:t>
            </a:r>
            <a:endParaRPr lang="en-US" sz="1050" dirty="0"/>
          </a:p>
        </p:txBody>
      </p:sp>
      <p:sp>
        <p:nvSpPr>
          <p:cNvPr id="218" name="Text 216"/>
          <p:cNvSpPr/>
          <p:nvPr/>
        </p:nvSpPr>
        <p:spPr>
          <a:xfrm>
            <a:off x="1024128" y="2130552"/>
            <a:ext cx="2660904" cy="2642616"/>
          </a:xfrm>
          <a:prstGeom prst="rect">
            <a:avLst/>
          </a:prstGeom>
          <a:noFill/>
          <a:ln/>
        </p:spPr>
        <p:txBody>
          <a:bodyPr wrap="square" lIns="635" tIns="635" rIns="635" bIns="635" rtlCol="0" anchor="ctr">
            <a:normAutofit/>
          </a:bodyPr>
          <a:lstStyle/>
          <a:p>
            <a:pPr marL="0" indent="0" algn="l">
              <a:lnSpc>
                <a:spcPct val="90000"/>
              </a:lnSpc>
              <a:buNone/>
            </a:pPr>
            <a:r>
              <a:rPr lang="en-US" sz="1550" dirty="0">
                <a:solidFill>
                  <a:srgbClr val="0B1F33"/>
                </a:solidFill>
                <a:latin typeface="Malgun Gothic" pitchFamily="34" charset="0"/>
                <a:ea typeface="Malgun Gothic" pitchFamily="34" charset="-122"/>
                <a:cs typeface="Malgun Gothic" pitchFamily="34" charset="-120"/>
              </a:rPr>
              <a:t>ChatGPT/Codex</a:t>
            </a:r>
            <a:endParaRPr lang="en-US" sz="1550" dirty="0"/>
          </a:p>
          <a:p>
            <a:pPr marL="0" indent="0" algn="l">
              <a:lnSpc>
                <a:spcPct val="90000"/>
              </a:lnSpc>
              <a:buNone/>
            </a:pPr>
            <a:r>
              <a:rPr lang="en-US" sz="1550" dirty="0">
                <a:solidFill>
                  <a:srgbClr val="0B1F33"/>
                </a:solidFill>
                <a:latin typeface="Malgun Gothic" pitchFamily="34" charset="0"/>
                <a:ea typeface="Malgun Gothic" pitchFamily="34" charset="-122"/>
                <a:cs typeface="Malgun Gothic" pitchFamily="34" charset="-120"/>
              </a:rPr>
              <a:t>GitHub 계정</a:t>
            </a:r>
            <a:endParaRPr lang="en-US" sz="1550" dirty="0"/>
          </a:p>
          <a:p>
            <a:pPr marL="0" indent="0" algn="l">
              <a:lnSpc>
                <a:spcPct val="90000"/>
              </a:lnSpc>
              <a:buNone/>
            </a:pPr>
            <a:r>
              <a:rPr lang="en-US" sz="1550" dirty="0">
                <a:solidFill>
                  <a:srgbClr val="0B1F33"/>
                </a:solidFill>
                <a:latin typeface="Malgun Gothic" pitchFamily="34" charset="0"/>
                <a:ea typeface="Malgun Gothic" pitchFamily="34" charset="-122"/>
                <a:cs typeface="Malgun Gothic" pitchFamily="34" charset="-120"/>
              </a:rPr>
              <a:t>Vercel 계정</a:t>
            </a:r>
            <a:endParaRPr lang="en-US" sz="1550" dirty="0"/>
          </a:p>
          <a:p>
            <a:pPr marL="0" indent="0" algn="l">
              <a:lnSpc>
                <a:spcPct val="90000"/>
              </a:lnSpc>
              <a:buNone/>
            </a:pPr>
            <a:r>
              <a:rPr lang="en-US" sz="1550" dirty="0">
                <a:solidFill>
                  <a:srgbClr val="0B1F33"/>
                </a:solidFill>
                <a:latin typeface="Malgun Gothic" pitchFamily="34" charset="0"/>
                <a:ea typeface="Malgun Gothic" pitchFamily="34" charset="-122"/>
                <a:cs typeface="Malgun Gothic" pitchFamily="34" charset="-120"/>
              </a:rPr>
              <a:t>Supabase 계정</a:t>
            </a:r>
            <a:endParaRPr lang="en-US" sz="1550" dirty="0"/>
          </a:p>
          <a:p>
            <a:pPr marL="0" indent="0" algn="l">
              <a:lnSpc>
                <a:spcPct val="90000"/>
              </a:lnSpc>
              <a:buNone/>
            </a:pPr>
            <a:r>
              <a:rPr lang="en-US" sz="1550" dirty="0">
                <a:solidFill>
                  <a:srgbClr val="0B1F33"/>
                </a:solidFill>
                <a:latin typeface="Malgun Gothic" pitchFamily="34" charset="0"/>
                <a:ea typeface="Malgun Gothic" pitchFamily="34" charset="-122"/>
                <a:cs typeface="Malgun Gothic" pitchFamily="34" charset="-120"/>
              </a:rPr>
              <a:t>Node.js</a:t>
            </a:r>
            <a:endParaRPr lang="en-US" sz="1550" dirty="0"/>
          </a:p>
          <a:p>
            <a:pPr marL="0" indent="0" algn="l">
              <a:lnSpc>
                <a:spcPct val="90000"/>
              </a:lnSpc>
              <a:buNone/>
            </a:pPr>
            <a:r>
              <a:rPr lang="en-US" sz="1550" dirty="0">
                <a:solidFill>
                  <a:srgbClr val="0B1F33"/>
                </a:solidFill>
                <a:latin typeface="Malgun Gothic" pitchFamily="34" charset="0"/>
                <a:ea typeface="Malgun Gothic" pitchFamily="34" charset="-122"/>
                <a:cs typeface="Malgun Gothic" pitchFamily="34" charset="-120"/>
              </a:rPr>
              <a:t>VS Code 또는 Codex 환경</a:t>
            </a:r>
            <a:endParaRPr lang="en-US" sz="1550" dirty="0"/>
          </a:p>
        </p:txBody>
      </p:sp>
      <p:sp>
        <p:nvSpPr>
          <p:cNvPr id="219" name="Shape 217"/>
          <p:cNvSpPr/>
          <p:nvPr/>
        </p:nvSpPr>
        <p:spPr>
          <a:xfrm>
            <a:off x="868680" y="1645920"/>
            <a:ext cx="256032" cy="0"/>
          </a:xfrm>
          <a:prstGeom prst="line">
            <a:avLst/>
          </a:prstGeom>
          <a:noFill/>
          <a:ln w="13970">
            <a:solidFill>
              <a:srgbClr val="256B9A"/>
            </a:solidFill>
            <a:prstDash val="solid"/>
          </a:ln>
        </p:spPr>
      </p:sp>
      <p:sp>
        <p:nvSpPr>
          <p:cNvPr id="220" name="Shape 218"/>
          <p:cNvSpPr/>
          <p:nvPr/>
        </p:nvSpPr>
        <p:spPr>
          <a:xfrm>
            <a:off x="868680" y="1645920"/>
            <a:ext cx="0" cy="256032"/>
          </a:xfrm>
          <a:prstGeom prst="line">
            <a:avLst/>
          </a:prstGeom>
          <a:noFill/>
          <a:ln w="13970">
            <a:solidFill>
              <a:srgbClr val="256B9A"/>
            </a:solidFill>
            <a:prstDash val="solid"/>
          </a:ln>
        </p:spPr>
      </p:sp>
      <p:sp>
        <p:nvSpPr>
          <p:cNvPr id="221" name="Shape 219"/>
          <p:cNvSpPr/>
          <p:nvPr/>
        </p:nvSpPr>
        <p:spPr>
          <a:xfrm>
            <a:off x="3840480" y="1645920"/>
            <a:ext cx="0" cy="0"/>
          </a:xfrm>
          <a:prstGeom prst="line">
            <a:avLst/>
          </a:prstGeom>
          <a:noFill/>
          <a:ln w="13970">
            <a:solidFill>
              <a:srgbClr val="256B9A"/>
            </a:solidFill>
            <a:prstDash val="solid"/>
          </a:ln>
        </p:spPr>
      </p:sp>
      <p:sp>
        <p:nvSpPr>
          <p:cNvPr id="222" name="Shape 220"/>
          <p:cNvSpPr/>
          <p:nvPr/>
        </p:nvSpPr>
        <p:spPr>
          <a:xfrm>
            <a:off x="3840480" y="1645920"/>
            <a:ext cx="0" cy="256032"/>
          </a:xfrm>
          <a:prstGeom prst="line">
            <a:avLst/>
          </a:prstGeom>
          <a:noFill/>
          <a:ln w="13970">
            <a:solidFill>
              <a:srgbClr val="256B9A"/>
            </a:solidFill>
            <a:prstDash val="solid"/>
          </a:ln>
        </p:spPr>
      </p:sp>
      <p:sp>
        <p:nvSpPr>
          <p:cNvPr id="223" name="Shape 221"/>
          <p:cNvSpPr/>
          <p:nvPr/>
        </p:nvSpPr>
        <p:spPr>
          <a:xfrm>
            <a:off x="868680" y="4892040"/>
            <a:ext cx="256032" cy="0"/>
          </a:xfrm>
          <a:prstGeom prst="line">
            <a:avLst/>
          </a:prstGeom>
          <a:noFill/>
          <a:ln w="13970">
            <a:solidFill>
              <a:srgbClr val="256B9A"/>
            </a:solidFill>
            <a:prstDash val="solid"/>
          </a:ln>
        </p:spPr>
      </p:sp>
      <p:sp>
        <p:nvSpPr>
          <p:cNvPr id="224" name="Shape 222"/>
          <p:cNvSpPr/>
          <p:nvPr/>
        </p:nvSpPr>
        <p:spPr>
          <a:xfrm>
            <a:off x="868680" y="4892040"/>
            <a:ext cx="0" cy="0"/>
          </a:xfrm>
          <a:prstGeom prst="line">
            <a:avLst/>
          </a:prstGeom>
          <a:noFill/>
          <a:ln w="13970">
            <a:solidFill>
              <a:srgbClr val="256B9A"/>
            </a:solidFill>
            <a:prstDash val="solid"/>
          </a:ln>
        </p:spPr>
      </p:sp>
      <p:sp>
        <p:nvSpPr>
          <p:cNvPr id="225" name="Shape 223"/>
          <p:cNvSpPr/>
          <p:nvPr/>
        </p:nvSpPr>
        <p:spPr>
          <a:xfrm>
            <a:off x="3840480" y="4892040"/>
            <a:ext cx="0" cy="0"/>
          </a:xfrm>
          <a:prstGeom prst="line">
            <a:avLst/>
          </a:prstGeom>
          <a:noFill/>
          <a:ln w="13970">
            <a:solidFill>
              <a:srgbClr val="256B9A"/>
            </a:solidFill>
            <a:prstDash val="solid"/>
          </a:ln>
        </p:spPr>
      </p:sp>
      <p:sp>
        <p:nvSpPr>
          <p:cNvPr id="226" name="Shape 224"/>
          <p:cNvSpPr/>
          <p:nvPr/>
        </p:nvSpPr>
        <p:spPr>
          <a:xfrm>
            <a:off x="3840480" y="4892040"/>
            <a:ext cx="0" cy="0"/>
          </a:xfrm>
          <a:prstGeom prst="line">
            <a:avLst/>
          </a:prstGeom>
          <a:noFill/>
          <a:ln w="13970">
            <a:solidFill>
              <a:srgbClr val="256B9A"/>
            </a:solidFill>
            <a:prstDash val="solid"/>
          </a:ln>
        </p:spPr>
      </p:sp>
      <p:sp>
        <p:nvSpPr>
          <p:cNvPr id="227" name="Shape 225"/>
          <p:cNvSpPr/>
          <p:nvPr/>
        </p:nvSpPr>
        <p:spPr>
          <a:xfrm>
            <a:off x="4343400" y="1600200"/>
            <a:ext cx="1783080" cy="621792"/>
          </a:xfrm>
          <a:prstGeom prst="flowChartProcess">
            <a:avLst/>
          </a:prstGeom>
          <a:solidFill>
            <a:srgbClr val="FCE5D3"/>
          </a:solidFill>
          <a:ln w="12700">
            <a:solidFill>
              <a:srgbClr val="EA6A1A"/>
            </a:solidFill>
            <a:prstDash val="solid"/>
          </a:ln>
        </p:spPr>
      </p:sp>
      <p:sp>
        <p:nvSpPr>
          <p:cNvPr id="228" name="Text 226"/>
          <p:cNvSpPr/>
          <p:nvPr/>
        </p:nvSpPr>
        <p:spPr>
          <a:xfrm>
            <a:off x="4434840" y="1773936"/>
            <a:ext cx="1600200" cy="182880"/>
          </a:xfrm>
          <a:prstGeom prst="rect">
            <a:avLst/>
          </a:prstGeom>
          <a:noFill/>
          <a:ln/>
        </p:spPr>
        <p:txBody>
          <a:bodyPr wrap="square" lIns="635" tIns="635" rIns="635" bIns="635" rtlCol="0" anchor="t">
            <a:normAutofit/>
          </a:bodyPr>
          <a:lstStyle/>
          <a:p>
            <a:pPr marL="0" indent="0" algn="ctr">
              <a:lnSpc>
                <a:spcPct val="90000"/>
              </a:lnSpc>
              <a:buNone/>
            </a:pPr>
            <a:r>
              <a:rPr lang="en-US" sz="1140" b="1" dirty="0">
                <a:solidFill>
                  <a:srgbClr val="0B1F33"/>
                </a:solidFill>
                <a:latin typeface="Malgun Gothic" pitchFamily="34" charset="0"/>
                <a:ea typeface="Malgun Gothic" pitchFamily="34" charset="-122"/>
                <a:cs typeface="Malgun Gothic" pitchFamily="34" charset="-120"/>
              </a:rPr>
              <a:t>1. 업무도구 정하기</a:t>
            </a:r>
            <a:endParaRPr lang="en-US" sz="1140" dirty="0"/>
          </a:p>
        </p:txBody>
      </p:sp>
      <p:sp>
        <p:nvSpPr>
          <p:cNvPr id="229" name="Shape 227"/>
          <p:cNvSpPr/>
          <p:nvPr/>
        </p:nvSpPr>
        <p:spPr>
          <a:xfrm>
            <a:off x="6519672" y="1600200"/>
            <a:ext cx="1783080" cy="621792"/>
          </a:xfrm>
          <a:prstGeom prst="flowChartProcess">
            <a:avLst/>
          </a:prstGeom>
          <a:solidFill>
            <a:srgbClr val="FCE5D3"/>
          </a:solidFill>
          <a:ln w="12700">
            <a:solidFill>
              <a:srgbClr val="EA6A1A"/>
            </a:solidFill>
            <a:prstDash val="solid"/>
          </a:ln>
        </p:spPr>
      </p:sp>
      <p:sp>
        <p:nvSpPr>
          <p:cNvPr id="230" name="Text 228"/>
          <p:cNvSpPr/>
          <p:nvPr/>
        </p:nvSpPr>
        <p:spPr>
          <a:xfrm>
            <a:off x="6611112" y="1773936"/>
            <a:ext cx="1600200" cy="182880"/>
          </a:xfrm>
          <a:prstGeom prst="rect">
            <a:avLst/>
          </a:prstGeom>
          <a:noFill/>
          <a:ln/>
        </p:spPr>
        <p:txBody>
          <a:bodyPr wrap="square" lIns="635" tIns="635" rIns="635" bIns="635" rtlCol="0" anchor="t">
            <a:normAutofit/>
          </a:bodyPr>
          <a:lstStyle/>
          <a:p>
            <a:pPr marL="0" indent="0" algn="ctr">
              <a:lnSpc>
                <a:spcPct val="90000"/>
              </a:lnSpc>
              <a:buNone/>
            </a:pPr>
            <a:r>
              <a:rPr lang="en-US" sz="1140" b="1" dirty="0">
                <a:solidFill>
                  <a:srgbClr val="0B1F33"/>
                </a:solidFill>
                <a:latin typeface="Malgun Gothic" pitchFamily="34" charset="0"/>
                <a:ea typeface="Malgun Gothic" pitchFamily="34" charset="-122"/>
                <a:cs typeface="Malgun Gothic" pitchFamily="34" charset="-120"/>
              </a:rPr>
              <a:t>2. 문제를 글로 설명</a:t>
            </a:r>
            <a:endParaRPr lang="en-US" sz="1140" dirty="0"/>
          </a:p>
        </p:txBody>
      </p:sp>
      <p:sp>
        <p:nvSpPr>
          <p:cNvPr id="231" name="Shape 229"/>
          <p:cNvSpPr/>
          <p:nvPr/>
        </p:nvSpPr>
        <p:spPr>
          <a:xfrm>
            <a:off x="8695944" y="1600200"/>
            <a:ext cx="1783080" cy="621792"/>
          </a:xfrm>
          <a:prstGeom prst="flowChartProcess">
            <a:avLst/>
          </a:prstGeom>
          <a:solidFill>
            <a:srgbClr val="FFFFFF"/>
          </a:solidFill>
          <a:ln w="12700">
            <a:solidFill>
              <a:srgbClr val="256B9A"/>
            </a:solidFill>
            <a:prstDash val="solid"/>
          </a:ln>
        </p:spPr>
      </p:sp>
      <p:sp>
        <p:nvSpPr>
          <p:cNvPr id="232" name="Text 230"/>
          <p:cNvSpPr/>
          <p:nvPr/>
        </p:nvSpPr>
        <p:spPr>
          <a:xfrm>
            <a:off x="8787384" y="1773936"/>
            <a:ext cx="1600200" cy="182880"/>
          </a:xfrm>
          <a:prstGeom prst="rect">
            <a:avLst/>
          </a:prstGeom>
          <a:noFill/>
          <a:ln/>
        </p:spPr>
        <p:txBody>
          <a:bodyPr wrap="square" lIns="635" tIns="635" rIns="635" bIns="635" rtlCol="0" anchor="t">
            <a:normAutofit/>
          </a:bodyPr>
          <a:lstStyle/>
          <a:p>
            <a:pPr marL="0" indent="0" algn="ctr">
              <a:lnSpc>
                <a:spcPct val="90000"/>
              </a:lnSpc>
              <a:buNone/>
            </a:pPr>
            <a:r>
              <a:rPr lang="en-US" sz="1140" b="1" dirty="0">
                <a:solidFill>
                  <a:srgbClr val="0B1F33"/>
                </a:solidFill>
                <a:latin typeface="Malgun Gothic" pitchFamily="34" charset="0"/>
                <a:ea typeface="Malgun Gothic" pitchFamily="34" charset="-122"/>
                <a:cs typeface="Malgun Gothic" pitchFamily="34" charset="-120"/>
              </a:rPr>
              <a:t>3. 기획서부터 만들기</a:t>
            </a:r>
            <a:endParaRPr lang="en-US" sz="1140" dirty="0"/>
          </a:p>
        </p:txBody>
      </p:sp>
      <p:sp>
        <p:nvSpPr>
          <p:cNvPr id="233" name="Shape 231"/>
          <p:cNvSpPr/>
          <p:nvPr/>
        </p:nvSpPr>
        <p:spPr>
          <a:xfrm>
            <a:off x="4343400" y="2697480"/>
            <a:ext cx="1783080" cy="621792"/>
          </a:xfrm>
          <a:prstGeom prst="flowChartProcess">
            <a:avLst/>
          </a:prstGeom>
          <a:solidFill>
            <a:srgbClr val="FFFFFF"/>
          </a:solidFill>
          <a:ln w="12700">
            <a:solidFill>
              <a:srgbClr val="256B9A"/>
            </a:solidFill>
            <a:prstDash val="solid"/>
          </a:ln>
        </p:spPr>
      </p:sp>
      <p:sp>
        <p:nvSpPr>
          <p:cNvPr id="234" name="Text 232"/>
          <p:cNvSpPr/>
          <p:nvPr/>
        </p:nvSpPr>
        <p:spPr>
          <a:xfrm>
            <a:off x="4434840" y="2871216"/>
            <a:ext cx="1600200" cy="182880"/>
          </a:xfrm>
          <a:prstGeom prst="rect">
            <a:avLst/>
          </a:prstGeom>
          <a:noFill/>
          <a:ln/>
        </p:spPr>
        <p:txBody>
          <a:bodyPr wrap="square" lIns="635" tIns="635" rIns="635" bIns="635" rtlCol="0" anchor="t">
            <a:normAutofit/>
          </a:bodyPr>
          <a:lstStyle/>
          <a:p>
            <a:pPr marL="0" indent="0" algn="ctr">
              <a:lnSpc>
                <a:spcPct val="90000"/>
              </a:lnSpc>
              <a:buNone/>
            </a:pPr>
            <a:r>
              <a:rPr lang="en-US" sz="1140" b="1" dirty="0">
                <a:solidFill>
                  <a:srgbClr val="0B1F33"/>
                </a:solidFill>
                <a:latin typeface="Malgun Gothic" pitchFamily="34" charset="0"/>
                <a:ea typeface="Malgun Gothic" pitchFamily="34" charset="-122"/>
                <a:cs typeface="Malgun Gothic" pitchFamily="34" charset="-120"/>
              </a:rPr>
              <a:t>4. 구현 계획 검토</a:t>
            </a:r>
            <a:endParaRPr lang="en-US" sz="1140" dirty="0"/>
          </a:p>
        </p:txBody>
      </p:sp>
      <p:sp>
        <p:nvSpPr>
          <p:cNvPr id="235" name="Shape 233"/>
          <p:cNvSpPr/>
          <p:nvPr/>
        </p:nvSpPr>
        <p:spPr>
          <a:xfrm>
            <a:off x="6519672" y="2697480"/>
            <a:ext cx="1783080" cy="621792"/>
          </a:xfrm>
          <a:prstGeom prst="flowChartProcess">
            <a:avLst/>
          </a:prstGeom>
          <a:solidFill>
            <a:srgbClr val="FFFFFF"/>
          </a:solidFill>
          <a:ln w="12700">
            <a:solidFill>
              <a:srgbClr val="256B9A"/>
            </a:solidFill>
            <a:prstDash val="solid"/>
          </a:ln>
        </p:spPr>
      </p:sp>
      <p:sp>
        <p:nvSpPr>
          <p:cNvPr id="236" name="Text 234"/>
          <p:cNvSpPr/>
          <p:nvPr/>
        </p:nvSpPr>
        <p:spPr>
          <a:xfrm>
            <a:off x="6611112" y="2871216"/>
            <a:ext cx="1600200" cy="182880"/>
          </a:xfrm>
          <a:prstGeom prst="rect">
            <a:avLst/>
          </a:prstGeom>
          <a:noFill/>
          <a:ln/>
        </p:spPr>
        <p:txBody>
          <a:bodyPr wrap="square" lIns="635" tIns="635" rIns="635" bIns="635" rtlCol="0" anchor="t">
            <a:normAutofit/>
          </a:bodyPr>
          <a:lstStyle/>
          <a:p>
            <a:pPr marL="0" indent="0" algn="ctr">
              <a:lnSpc>
                <a:spcPct val="90000"/>
              </a:lnSpc>
              <a:buNone/>
            </a:pPr>
            <a:r>
              <a:rPr lang="en-US" sz="1140" b="1" dirty="0">
                <a:solidFill>
                  <a:srgbClr val="0B1F33"/>
                </a:solidFill>
                <a:latin typeface="Malgun Gothic" pitchFamily="34" charset="0"/>
                <a:ea typeface="Malgun Gothic" pitchFamily="34" charset="-122"/>
                <a:cs typeface="Malgun Gothic" pitchFamily="34" charset="-120"/>
              </a:rPr>
              <a:t>5. 코드 작성시키기</a:t>
            </a:r>
            <a:endParaRPr lang="en-US" sz="1140" dirty="0"/>
          </a:p>
        </p:txBody>
      </p:sp>
      <p:sp>
        <p:nvSpPr>
          <p:cNvPr id="237" name="Shape 235"/>
          <p:cNvSpPr/>
          <p:nvPr/>
        </p:nvSpPr>
        <p:spPr>
          <a:xfrm>
            <a:off x="8695944" y="2697480"/>
            <a:ext cx="1783080" cy="621792"/>
          </a:xfrm>
          <a:prstGeom prst="flowChartProcess">
            <a:avLst/>
          </a:prstGeom>
          <a:solidFill>
            <a:srgbClr val="FFFFFF"/>
          </a:solidFill>
          <a:ln w="12700">
            <a:solidFill>
              <a:srgbClr val="256B9A"/>
            </a:solidFill>
            <a:prstDash val="solid"/>
          </a:ln>
        </p:spPr>
      </p:sp>
      <p:sp>
        <p:nvSpPr>
          <p:cNvPr id="238" name="Text 236"/>
          <p:cNvSpPr/>
          <p:nvPr/>
        </p:nvSpPr>
        <p:spPr>
          <a:xfrm>
            <a:off x="8787384" y="2871216"/>
            <a:ext cx="1600200" cy="182880"/>
          </a:xfrm>
          <a:prstGeom prst="rect">
            <a:avLst/>
          </a:prstGeom>
          <a:noFill/>
          <a:ln/>
        </p:spPr>
        <p:txBody>
          <a:bodyPr wrap="square" lIns="635" tIns="635" rIns="635" bIns="635" rtlCol="0" anchor="t">
            <a:normAutofit/>
          </a:bodyPr>
          <a:lstStyle/>
          <a:p>
            <a:pPr marL="0" indent="0" algn="ctr">
              <a:lnSpc>
                <a:spcPct val="90000"/>
              </a:lnSpc>
              <a:buNone/>
            </a:pPr>
            <a:r>
              <a:rPr lang="en-US" sz="1140" b="1" dirty="0">
                <a:solidFill>
                  <a:srgbClr val="0B1F33"/>
                </a:solidFill>
                <a:latin typeface="Malgun Gothic" pitchFamily="34" charset="0"/>
                <a:ea typeface="Malgun Gothic" pitchFamily="34" charset="-122"/>
                <a:cs typeface="Malgun Gothic" pitchFamily="34" charset="-120"/>
              </a:rPr>
              <a:t>6. 실행해보기</a:t>
            </a:r>
            <a:endParaRPr lang="en-US" sz="1140" dirty="0"/>
          </a:p>
        </p:txBody>
      </p:sp>
      <p:sp>
        <p:nvSpPr>
          <p:cNvPr id="239" name="Shape 237"/>
          <p:cNvSpPr/>
          <p:nvPr/>
        </p:nvSpPr>
        <p:spPr>
          <a:xfrm>
            <a:off x="4343400" y="3794760"/>
            <a:ext cx="1783080" cy="621792"/>
          </a:xfrm>
          <a:prstGeom prst="flowChartProcess">
            <a:avLst/>
          </a:prstGeom>
          <a:solidFill>
            <a:srgbClr val="E2F4EA"/>
          </a:solidFill>
          <a:ln w="12700">
            <a:solidFill>
              <a:srgbClr val="256B9A"/>
            </a:solidFill>
            <a:prstDash val="solid"/>
          </a:ln>
        </p:spPr>
      </p:sp>
      <p:sp>
        <p:nvSpPr>
          <p:cNvPr id="240" name="Text 238"/>
          <p:cNvSpPr/>
          <p:nvPr/>
        </p:nvSpPr>
        <p:spPr>
          <a:xfrm>
            <a:off x="4434840" y="3968496"/>
            <a:ext cx="1600200" cy="182880"/>
          </a:xfrm>
          <a:prstGeom prst="rect">
            <a:avLst/>
          </a:prstGeom>
          <a:noFill/>
          <a:ln/>
        </p:spPr>
        <p:txBody>
          <a:bodyPr wrap="square" lIns="635" tIns="635" rIns="635" bIns="635" rtlCol="0" anchor="t">
            <a:normAutofit/>
          </a:bodyPr>
          <a:lstStyle/>
          <a:p>
            <a:pPr marL="0" indent="0" algn="ctr">
              <a:lnSpc>
                <a:spcPct val="90000"/>
              </a:lnSpc>
              <a:buNone/>
            </a:pPr>
            <a:r>
              <a:rPr lang="en-US" sz="1140" b="1" dirty="0">
                <a:solidFill>
                  <a:srgbClr val="0B1F33"/>
                </a:solidFill>
                <a:latin typeface="Malgun Gothic" pitchFamily="34" charset="0"/>
                <a:ea typeface="Malgun Gothic" pitchFamily="34" charset="-122"/>
                <a:cs typeface="Malgun Gothic" pitchFamily="34" charset="-120"/>
              </a:rPr>
              <a:t>7. GitHub 저장</a:t>
            </a:r>
            <a:endParaRPr lang="en-US" sz="1140" dirty="0"/>
          </a:p>
        </p:txBody>
      </p:sp>
      <p:sp>
        <p:nvSpPr>
          <p:cNvPr id="241" name="Shape 239"/>
          <p:cNvSpPr/>
          <p:nvPr/>
        </p:nvSpPr>
        <p:spPr>
          <a:xfrm>
            <a:off x="6519672" y="3794760"/>
            <a:ext cx="1783080" cy="621792"/>
          </a:xfrm>
          <a:prstGeom prst="flowChartProcess">
            <a:avLst/>
          </a:prstGeom>
          <a:solidFill>
            <a:srgbClr val="E2F4EA"/>
          </a:solidFill>
          <a:ln w="12700">
            <a:solidFill>
              <a:srgbClr val="256B9A"/>
            </a:solidFill>
            <a:prstDash val="solid"/>
          </a:ln>
        </p:spPr>
      </p:sp>
      <p:sp>
        <p:nvSpPr>
          <p:cNvPr id="242" name="Text 240"/>
          <p:cNvSpPr/>
          <p:nvPr/>
        </p:nvSpPr>
        <p:spPr>
          <a:xfrm>
            <a:off x="6611112" y="3968496"/>
            <a:ext cx="1600200" cy="182880"/>
          </a:xfrm>
          <a:prstGeom prst="rect">
            <a:avLst/>
          </a:prstGeom>
          <a:noFill/>
          <a:ln/>
        </p:spPr>
        <p:txBody>
          <a:bodyPr wrap="square" lIns="635" tIns="635" rIns="635" bIns="635" rtlCol="0" anchor="t">
            <a:normAutofit/>
          </a:bodyPr>
          <a:lstStyle/>
          <a:p>
            <a:pPr marL="0" indent="0" algn="ctr">
              <a:lnSpc>
                <a:spcPct val="90000"/>
              </a:lnSpc>
              <a:buNone/>
            </a:pPr>
            <a:r>
              <a:rPr lang="en-US" sz="1140" b="1" dirty="0">
                <a:solidFill>
                  <a:srgbClr val="0B1F33"/>
                </a:solidFill>
                <a:latin typeface="Malgun Gothic" pitchFamily="34" charset="0"/>
                <a:ea typeface="Malgun Gothic" pitchFamily="34" charset="-122"/>
                <a:cs typeface="Malgun Gothic" pitchFamily="34" charset="-120"/>
              </a:rPr>
              <a:t>8. Vercel 배포</a:t>
            </a:r>
            <a:endParaRPr lang="en-US" sz="1140" dirty="0"/>
          </a:p>
        </p:txBody>
      </p:sp>
      <p:sp>
        <p:nvSpPr>
          <p:cNvPr id="243" name="Shape 241"/>
          <p:cNvSpPr/>
          <p:nvPr/>
        </p:nvSpPr>
        <p:spPr>
          <a:xfrm>
            <a:off x="8695944" y="3794760"/>
            <a:ext cx="1783080" cy="621792"/>
          </a:xfrm>
          <a:prstGeom prst="flowChartProcess">
            <a:avLst/>
          </a:prstGeom>
          <a:solidFill>
            <a:srgbClr val="E2F4EA"/>
          </a:solidFill>
          <a:ln w="12700">
            <a:solidFill>
              <a:srgbClr val="256B9A"/>
            </a:solidFill>
            <a:prstDash val="solid"/>
          </a:ln>
        </p:spPr>
      </p:sp>
      <p:sp>
        <p:nvSpPr>
          <p:cNvPr id="244" name="Text 242"/>
          <p:cNvSpPr/>
          <p:nvPr/>
        </p:nvSpPr>
        <p:spPr>
          <a:xfrm>
            <a:off x="8787384" y="3968496"/>
            <a:ext cx="1600200" cy="182880"/>
          </a:xfrm>
          <a:prstGeom prst="rect">
            <a:avLst/>
          </a:prstGeom>
          <a:noFill/>
          <a:ln/>
        </p:spPr>
        <p:txBody>
          <a:bodyPr wrap="square" lIns="635" tIns="635" rIns="635" bIns="635" rtlCol="0" anchor="t">
            <a:normAutofit/>
          </a:bodyPr>
          <a:lstStyle/>
          <a:p>
            <a:pPr marL="0" indent="0" algn="ctr">
              <a:lnSpc>
                <a:spcPct val="90000"/>
              </a:lnSpc>
              <a:buNone/>
            </a:pPr>
            <a:r>
              <a:rPr lang="en-US" sz="1140" b="1" dirty="0">
                <a:solidFill>
                  <a:srgbClr val="0B1F33"/>
                </a:solidFill>
                <a:latin typeface="Malgun Gothic" pitchFamily="34" charset="0"/>
                <a:ea typeface="Malgun Gothic" pitchFamily="34" charset="-122"/>
                <a:cs typeface="Malgun Gothic" pitchFamily="34" charset="-120"/>
              </a:rPr>
              <a:t>9. Supabase 확장</a:t>
            </a:r>
            <a:endParaRPr lang="en-US" sz="114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BFAF4"/>
          </a:solidFill>
          <a:ln w="12700">
            <a:solidFill>
              <a:srgbClr val="FBFAF4"/>
            </a:solidFill>
            <a:prstDash val="solid"/>
          </a:ln>
        </p:spPr>
      </p:sp>
      <p:sp>
        <p:nvSpPr>
          <p:cNvPr id="3" name="Shape 1"/>
          <p:cNvSpPr/>
          <p:nvPr/>
        </p:nvSpPr>
        <p:spPr>
          <a:xfrm>
            <a:off x="320040" y="0"/>
            <a:ext cx="0" cy="6858000"/>
          </a:xfrm>
          <a:prstGeom prst="line">
            <a:avLst/>
          </a:prstGeom>
          <a:noFill/>
          <a:ln w="4445">
            <a:solidFill>
              <a:srgbClr val="C9D8E4">
                <a:alpha val="45000"/>
              </a:srgbClr>
            </a:solidFill>
            <a:prstDash val="solid"/>
          </a:ln>
        </p:spPr>
      </p:sp>
      <p:sp>
        <p:nvSpPr>
          <p:cNvPr id="4" name="Shape 2"/>
          <p:cNvSpPr/>
          <p:nvPr/>
        </p:nvSpPr>
        <p:spPr>
          <a:xfrm>
            <a:off x="731520" y="0"/>
            <a:ext cx="0" cy="6858000"/>
          </a:xfrm>
          <a:prstGeom prst="line">
            <a:avLst/>
          </a:prstGeom>
          <a:noFill/>
          <a:ln w="4445">
            <a:solidFill>
              <a:srgbClr val="C9D8E4">
                <a:alpha val="45000"/>
              </a:srgbClr>
            </a:solidFill>
            <a:prstDash val="solid"/>
          </a:ln>
        </p:spPr>
      </p:sp>
      <p:sp>
        <p:nvSpPr>
          <p:cNvPr id="5" name="Shape 3"/>
          <p:cNvSpPr/>
          <p:nvPr/>
        </p:nvSpPr>
        <p:spPr>
          <a:xfrm>
            <a:off x="1143000" y="0"/>
            <a:ext cx="0" cy="6858000"/>
          </a:xfrm>
          <a:prstGeom prst="line">
            <a:avLst/>
          </a:prstGeom>
          <a:noFill/>
          <a:ln w="4445">
            <a:solidFill>
              <a:srgbClr val="C9D8E4">
                <a:alpha val="45000"/>
              </a:srgbClr>
            </a:solidFill>
            <a:prstDash val="solid"/>
          </a:ln>
        </p:spPr>
      </p:sp>
      <p:sp>
        <p:nvSpPr>
          <p:cNvPr id="6" name="Shape 4"/>
          <p:cNvSpPr/>
          <p:nvPr/>
        </p:nvSpPr>
        <p:spPr>
          <a:xfrm>
            <a:off x="1554480" y="0"/>
            <a:ext cx="0" cy="6858000"/>
          </a:xfrm>
          <a:prstGeom prst="line">
            <a:avLst/>
          </a:prstGeom>
          <a:noFill/>
          <a:ln w="4445">
            <a:solidFill>
              <a:srgbClr val="C9D8E4">
                <a:alpha val="45000"/>
              </a:srgbClr>
            </a:solidFill>
            <a:prstDash val="solid"/>
          </a:ln>
        </p:spPr>
      </p:sp>
      <p:sp>
        <p:nvSpPr>
          <p:cNvPr id="7" name="Shape 5"/>
          <p:cNvSpPr/>
          <p:nvPr/>
        </p:nvSpPr>
        <p:spPr>
          <a:xfrm>
            <a:off x="1965960" y="0"/>
            <a:ext cx="0" cy="6858000"/>
          </a:xfrm>
          <a:prstGeom prst="line">
            <a:avLst/>
          </a:prstGeom>
          <a:noFill/>
          <a:ln w="4445">
            <a:solidFill>
              <a:srgbClr val="C9D8E4">
                <a:alpha val="45000"/>
              </a:srgbClr>
            </a:solidFill>
            <a:prstDash val="solid"/>
          </a:ln>
        </p:spPr>
      </p:sp>
      <p:sp>
        <p:nvSpPr>
          <p:cNvPr id="8" name="Shape 6"/>
          <p:cNvSpPr/>
          <p:nvPr/>
        </p:nvSpPr>
        <p:spPr>
          <a:xfrm>
            <a:off x="2377440" y="0"/>
            <a:ext cx="0" cy="6858000"/>
          </a:xfrm>
          <a:prstGeom prst="line">
            <a:avLst/>
          </a:prstGeom>
          <a:noFill/>
          <a:ln w="4445">
            <a:solidFill>
              <a:srgbClr val="C9D8E4">
                <a:alpha val="45000"/>
              </a:srgbClr>
            </a:solidFill>
            <a:prstDash val="solid"/>
          </a:ln>
        </p:spPr>
      </p:sp>
      <p:sp>
        <p:nvSpPr>
          <p:cNvPr id="9" name="Shape 7"/>
          <p:cNvSpPr/>
          <p:nvPr/>
        </p:nvSpPr>
        <p:spPr>
          <a:xfrm>
            <a:off x="2788920" y="0"/>
            <a:ext cx="0" cy="6858000"/>
          </a:xfrm>
          <a:prstGeom prst="line">
            <a:avLst/>
          </a:prstGeom>
          <a:noFill/>
          <a:ln w="4445">
            <a:solidFill>
              <a:srgbClr val="C9D8E4">
                <a:alpha val="45000"/>
              </a:srgbClr>
            </a:solidFill>
            <a:prstDash val="solid"/>
          </a:ln>
        </p:spPr>
      </p:sp>
      <p:sp>
        <p:nvSpPr>
          <p:cNvPr id="10" name="Shape 8"/>
          <p:cNvSpPr/>
          <p:nvPr/>
        </p:nvSpPr>
        <p:spPr>
          <a:xfrm>
            <a:off x="3200400" y="0"/>
            <a:ext cx="0" cy="6858000"/>
          </a:xfrm>
          <a:prstGeom prst="line">
            <a:avLst/>
          </a:prstGeom>
          <a:noFill/>
          <a:ln w="4445">
            <a:solidFill>
              <a:srgbClr val="C9D8E4">
                <a:alpha val="45000"/>
              </a:srgbClr>
            </a:solidFill>
            <a:prstDash val="solid"/>
          </a:ln>
        </p:spPr>
      </p:sp>
      <p:sp>
        <p:nvSpPr>
          <p:cNvPr id="11" name="Shape 9"/>
          <p:cNvSpPr/>
          <p:nvPr/>
        </p:nvSpPr>
        <p:spPr>
          <a:xfrm>
            <a:off x="3611880" y="0"/>
            <a:ext cx="0" cy="6858000"/>
          </a:xfrm>
          <a:prstGeom prst="line">
            <a:avLst/>
          </a:prstGeom>
          <a:noFill/>
          <a:ln w="4445">
            <a:solidFill>
              <a:srgbClr val="C9D8E4">
                <a:alpha val="45000"/>
              </a:srgbClr>
            </a:solidFill>
            <a:prstDash val="solid"/>
          </a:ln>
        </p:spPr>
      </p:sp>
      <p:sp>
        <p:nvSpPr>
          <p:cNvPr id="12" name="Shape 10"/>
          <p:cNvSpPr/>
          <p:nvPr/>
        </p:nvSpPr>
        <p:spPr>
          <a:xfrm>
            <a:off x="4023360" y="0"/>
            <a:ext cx="0" cy="6858000"/>
          </a:xfrm>
          <a:prstGeom prst="line">
            <a:avLst/>
          </a:prstGeom>
          <a:noFill/>
          <a:ln w="4445">
            <a:solidFill>
              <a:srgbClr val="C9D8E4">
                <a:alpha val="45000"/>
              </a:srgbClr>
            </a:solidFill>
            <a:prstDash val="solid"/>
          </a:ln>
        </p:spPr>
      </p:sp>
      <p:sp>
        <p:nvSpPr>
          <p:cNvPr id="13" name="Shape 11"/>
          <p:cNvSpPr/>
          <p:nvPr/>
        </p:nvSpPr>
        <p:spPr>
          <a:xfrm>
            <a:off x="4434840" y="0"/>
            <a:ext cx="0" cy="6858000"/>
          </a:xfrm>
          <a:prstGeom prst="line">
            <a:avLst/>
          </a:prstGeom>
          <a:noFill/>
          <a:ln w="4445">
            <a:solidFill>
              <a:srgbClr val="C9D8E4">
                <a:alpha val="45000"/>
              </a:srgbClr>
            </a:solidFill>
            <a:prstDash val="solid"/>
          </a:ln>
        </p:spPr>
      </p:sp>
      <p:sp>
        <p:nvSpPr>
          <p:cNvPr id="14" name="Shape 12"/>
          <p:cNvSpPr/>
          <p:nvPr/>
        </p:nvSpPr>
        <p:spPr>
          <a:xfrm>
            <a:off x="4846320" y="0"/>
            <a:ext cx="0" cy="6858000"/>
          </a:xfrm>
          <a:prstGeom prst="line">
            <a:avLst/>
          </a:prstGeom>
          <a:noFill/>
          <a:ln w="4445">
            <a:solidFill>
              <a:srgbClr val="C9D8E4">
                <a:alpha val="45000"/>
              </a:srgbClr>
            </a:solidFill>
            <a:prstDash val="solid"/>
          </a:ln>
        </p:spPr>
      </p:sp>
      <p:sp>
        <p:nvSpPr>
          <p:cNvPr id="15" name="Shape 13"/>
          <p:cNvSpPr/>
          <p:nvPr/>
        </p:nvSpPr>
        <p:spPr>
          <a:xfrm>
            <a:off x="5257800" y="0"/>
            <a:ext cx="0" cy="6858000"/>
          </a:xfrm>
          <a:prstGeom prst="line">
            <a:avLst/>
          </a:prstGeom>
          <a:noFill/>
          <a:ln w="4445">
            <a:solidFill>
              <a:srgbClr val="C9D8E4">
                <a:alpha val="45000"/>
              </a:srgbClr>
            </a:solidFill>
            <a:prstDash val="solid"/>
          </a:ln>
        </p:spPr>
      </p:sp>
      <p:sp>
        <p:nvSpPr>
          <p:cNvPr id="16" name="Shape 14"/>
          <p:cNvSpPr/>
          <p:nvPr/>
        </p:nvSpPr>
        <p:spPr>
          <a:xfrm>
            <a:off x="5669280" y="0"/>
            <a:ext cx="0" cy="6858000"/>
          </a:xfrm>
          <a:prstGeom prst="line">
            <a:avLst/>
          </a:prstGeom>
          <a:noFill/>
          <a:ln w="4445">
            <a:solidFill>
              <a:srgbClr val="C9D8E4">
                <a:alpha val="45000"/>
              </a:srgbClr>
            </a:solidFill>
            <a:prstDash val="solid"/>
          </a:ln>
        </p:spPr>
      </p:sp>
      <p:sp>
        <p:nvSpPr>
          <p:cNvPr id="17" name="Shape 15"/>
          <p:cNvSpPr/>
          <p:nvPr/>
        </p:nvSpPr>
        <p:spPr>
          <a:xfrm>
            <a:off x="6080760" y="0"/>
            <a:ext cx="0" cy="6858000"/>
          </a:xfrm>
          <a:prstGeom prst="line">
            <a:avLst/>
          </a:prstGeom>
          <a:noFill/>
          <a:ln w="4445">
            <a:solidFill>
              <a:srgbClr val="C9D8E4">
                <a:alpha val="45000"/>
              </a:srgbClr>
            </a:solidFill>
            <a:prstDash val="solid"/>
          </a:ln>
        </p:spPr>
      </p:sp>
      <p:sp>
        <p:nvSpPr>
          <p:cNvPr id="18" name="Shape 16"/>
          <p:cNvSpPr/>
          <p:nvPr/>
        </p:nvSpPr>
        <p:spPr>
          <a:xfrm>
            <a:off x="6492240" y="0"/>
            <a:ext cx="0" cy="6858000"/>
          </a:xfrm>
          <a:prstGeom prst="line">
            <a:avLst/>
          </a:prstGeom>
          <a:noFill/>
          <a:ln w="4445">
            <a:solidFill>
              <a:srgbClr val="C9D8E4">
                <a:alpha val="45000"/>
              </a:srgbClr>
            </a:solidFill>
            <a:prstDash val="solid"/>
          </a:ln>
        </p:spPr>
      </p:sp>
      <p:sp>
        <p:nvSpPr>
          <p:cNvPr id="19" name="Shape 17"/>
          <p:cNvSpPr/>
          <p:nvPr/>
        </p:nvSpPr>
        <p:spPr>
          <a:xfrm>
            <a:off x="6903720" y="0"/>
            <a:ext cx="0" cy="6858000"/>
          </a:xfrm>
          <a:prstGeom prst="line">
            <a:avLst/>
          </a:prstGeom>
          <a:noFill/>
          <a:ln w="4445">
            <a:solidFill>
              <a:srgbClr val="C9D8E4">
                <a:alpha val="45000"/>
              </a:srgbClr>
            </a:solidFill>
            <a:prstDash val="solid"/>
          </a:ln>
        </p:spPr>
      </p:sp>
      <p:sp>
        <p:nvSpPr>
          <p:cNvPr id="20" name="Shape 18"/>
          <p:cNvSpPr/>
          <p:nvPr/>
        </p:nvSpPr>
        <p:spPr>
          <a:xfrm>
            <a:off x="7315200" y="0"/>
            <a:ext cx="0" cy="6858000"/>
          </a:xfrm>
          <a:prstGeom prst="line">
            <a:avLst/>
          </a:prstGeom>
          <a:noFill/>
          <a:ln w="4445">
            <a:solidFill>
              <a:srgbClr val="C9D8E4">
                <a:alpha val="45000"/>
              </a:srgbClr>
            </a:solidFill>
            <a:prstDash val="solid"/>
          </a:ln>
        </p:spPr>
      </p:sp>
      <p:sp>
        <p:nvSpPr>
          <p:cNvPr id="21" name="Shape 19"/>
          <p:cNvSpPr/>
          <p:nvPr/>
        </p:nvSpPr>
        <p:spPr>
          <a:xfrm>
            <a:off x="7726680" y="0"/>
            <a:ext cx="0" cy="6858000"/>
          </a:xfrm>
          <a:prstGeom prst="line">
            <a:avLst/>
          </a:prstGeom>
          <a:noFill/>
          <a:ln w="4445">
            <a:solidFill>
              <a:srgbClr val="C9D8E4">
                <a:alpha val="45000"/>
              </a:srgbClr>
            </a:solidFill>
            <a:prstDash val="solid"/>
          </a:ln>
        </p:spPr>
      </p:sp>
      <p:sp>
        <p:nvSpPr>
          <p:cNvPr id="22" name="Shape 20"/>
          <p:cNvSpPr/>
          <p:nvPr/>
        </p:nvSpPr>
        <p:spPr>
          <a:xfrm>
            <a:off x="8138160" y="0"/>
            <a:ext cx="0" cy="6858000"/>
          </a:xfrm>
          <a:prstGeom prst="line">
            <a:avLst/>
          </a:prstGeom>
          <a:noFill/>
          <a:ln w="4445">
            <a:solidFill>
              <a:srgbClr val="C9D8E4">
                <a:alpha val="45000"/>
              </a:srgbClr>
            </a:solidFill>
            <a:prstDash val="solid"/>
          </a:ln>
        </p:spPr>
      </p:sp>
      <p:sp>
        <p:nvSpPr>
          <p:cNvPr id="23" name="Shape 21"/>
          <p:cNvSpPr/>
          <p:nvPr/>
        </p:nvSpPr>
        <p:spPr>
          <a:xfrm>
            <a:off x="8549640" y="0"/>
            <a:ext cx="0" cy="6858000"/>
          </a:xfrm>
          <a:prstGeom prst="line">
            <a:avLst/>
          </a:prstGeom>
          <a:noFill/>
          <a:ln w="4445">
            <a:solidFill>
              <a:srgbClr val="C9D8E4">
                <a:alpha val="45000"/>
              </a:srgbClr>
            </a:solidFill>
            <a:prstDash val="solid"/>
          </a:ln>
        </p:spPr>
      </p:sp>
      <p:sp>
        <p:nvSpPr>
          <p:cNvPr id="24" name="Shape 22"/>
          <p:cNvSpPr/>
          <p:nvPr/>
        </p:nvSpPr>
        <p:spPr>
          <a:xfrm>
            <a:off x="8961120" y="0"/>
            <a:ext cx="0" cy="6858000"/>
          </a:xfrm>
          <a:prstGeom prst="line">
            <a:avLst/>
          </a:prstGeom>
          <a:noFill/>
          <a:ln w="4445">
            <a:solidFill>
              <a:srgbClr val="C9D8E4">
                <a:alpha val="45000"/>
              </a:srgbClr>
            </a:solidFill>
            <a:prstDash val="solid"/>
          </a:ln>
        </p:spPr>
      </p:sp>
      <p:sp>
        <p:nvSpPr>
          <p:cNvPr id="25" name="Shape 23"/>
          <p:cNvSpPr/>
          <p:nvPr/>
        </p:nvSpPr>
        <p:spPr>
          <a:xfrm>
            <a:off x="9372600" y="0"/>
            <a:ext cx="0" cy="6858000"/>
          </a:xfrm>
          <a:prstGeom prst="line">
            <a:avLst/>
          </a:prstGeom>
          <a:noFill/>
          <a:ln w="4445">
            <a:solidFill>
              <a:srgbClr val="C9D8E4">
                <a:alpha val="45000"/>
              </a:srgbClr>
            </a:solidFill>
            <a:prstDash val="solid"/>
          </a:ln>
        </p:spPr>
      </p:sp>
      <p:sp>
        <p:nvSpPr>
          <p:cNvPr id="26" name="Shape 24"/>
          <p:cNvSpPr/>
          <p:nvPr/>
        </p:nvSpPr>
        <p:spPr>
          <a:xfrm>
            <a:off x="9784080" y="0"/>
            <a:ext cx="0" cy="6858000"/>
          </a:xfrm>
          <a:prstGeom prst="line">
            <a:avLst/>
          </a:prstGeom>
          <a:noFill/>
          <a:ln w="4445">
            <a:solidFill>
              <a:srgbClr val="C9D8E4">
                <a:alpha val="45000"/>
              </a:srgbClr>
            </a:solidFill>
            <a:prstDash val="solid"/>
          </a:ln>
        </p:spPr>
      </p:sp>
      <p:sp>
        <p:nvSpPr>
          <p:cNvPr id="27" name="Shape 25"/>
          <p:cNvSpPr/>
          <p:nvPr/>
        </p:nvSpPr>
        <p:spPr>
          <a:xfrm>
            <a:off x="10195560" y="0"/>
            <a:ext cx="0" cy="6858000"/>
          </a:xfrm>
          <a:prstGeom prst="line">
            <a:avLst/>
          </a:prstGeom>
          <a:noFill/>
          <a:ln w="4445">
            <a:solidFill>
              <a:srgbClr val="C9D8E4">
                <a:alpha val="45000"/>
              </a:srgbClr>
            </a:solidFill>
            <a:prstDash val="solid"/>
          </a:ln>
        </p:spPr>
      </p:sp>
      <p:sp>
        <p:nvSpPr>
          <p:cNvPr id="28" name="Shape 26"/>
          <p:cNvSpPr/>
          <p:nvPr/>
        </p:nvSpPr>
        <p:spPr>
          <a:xfrm>
            <a:off x="10607040" y="0"/>
            <a:ext cx="0" cy="6858000"/>
          </a:xfrm>
          <a:prstGeom prst="line">
            <a:avLst/>
          </a:prstGeom>
          <a:noFill/>
          <a:ln w="4445">
            <a:solidFill>
              <a:srgbClr val="C9D8E4">
                <a:alpha val="45000"/>
              </a:srgbClr>
            </a:solidFill>
            <a:prstDash val="solid"/>
          </a:ln>
        </p:spPr>
      </p:sp>
      <p:sp>
        <p:nvSpPr>
          <p:cNvPr id="29" name="Shape 27"/>
          <p:cNvSpPr/>
          <p:nvPr/>
        </p:nvSpPr>
        <p:spPr>
          <a:xfrm>
            <a:off x="11018520" y="0"/>
            <a:ext cx="0" cy="6858000"/>
          </a:xfrm>
          <a:prstGeom prst="line">
            <a:avLst/>
          </a:prstGeom>
          <a:noFill/>
          <a:ln w="4445">
            <a:solidFill>
              <a:srgbClr val="C9D8E4">
                <a:alpha val="45000"/>
              </a:srgbClr>
            </a:solidFill>
            <a:prstDash val="solid"/>
          </a:ln>
        </p:spPr>
      </p:sp>
      <p:sp>
        <p:nvSpPr>
          <p:cNvPr id="30" name="Shape 28"/>
          <p:cNvSpPr/>
          <p:nvPr/>
        </p:nvSpPr>
        <p:spPr>
          <a:xfrm>
            <a:off x="11430000" y="0"/>
            <a:ext cx="0" cy="6858000"/>
          </a:xfrm>
          <a:prstGeom prst="line">
            <a:avLst/>
          </a:prstGeom>
          <a:noFill/>
          <a:ln w="4445">
            <a:solidFill>
              <a:srgbClr val="C9D8E4">
                <a:alpha val="45000"/>
              </a:srgbClr>
            </a:solidFill>
            <a:prstDash val="solid"/>
          </a:ln>
        </p:spPr>
      </p:sp>
      <p:sp>
        <p:nvSpPr>
          <p:cNvPr id="31" name="Shape 29"/>
          <p:cNvSpPr/>
          <p:nvPr/>
        </p:nvSpPr>
        <p:spPr>
          <a:xfrm>
            <a:off x="11841480" y="0"/>
            <a:ext cx="0" cy="6858000"/>
          </a:xfrm>
          <a:prstGeom prst="line">
            <a:avLst/>
          </a:prstGeom>
          <a:noFill/>
          <a:ln w="4445">
            <a:solidFill>
              <a:srgbClr val="C9D8E4">
                <a:alpha val="45000"/>
              </a:srgbClr>
            </a:solidFill>
            <a:prstDash val="solid"/>
          </a:ln>
        </p:spPr>
      </p:sp>
      <p:sp>
        <p:nvSpPr>
          <p:cNvPr id="32" name="Shape 30"/>
          <p:cNvSpPr/>
          <p:nvPr/>
        </p:nvSpPr>
        <p:spPr>
          <a:xfrm>
            <a:off x="0" y="320040"/>
            <a:ext cx="12191695" cy="0"/>
          </a:xfrm>
          <a:prstGeom prst="line">
            <a:avLst/>
          </a:prstGeom>
          <a:noFill/>
          <a:ln w="4445">
            <a:solidFill>
              <a:srgbClr val="C9D8E4">
                <a:alpha val="45000"/>
              </a:srgbClr>
            </a:solidFill>
            <a:prstDash val="solid"/>
          </a:ln>
        </p:spPr>
      </p:sp>
      <p:sp>
        <p:nvSpPr>
          <p:cNvPr id="33" name="Shape 31"/>
          <p:cNvSpPr/>
          <p:nvPr/>
        </p:nvSpPr>
        <p:spPr>
          <a:xfrm>
            <a:off x="0" y="731520"/>
            <a:ext cx="12191695" cy="0"/>
          </a:xfrm>
          <a:prstGeom prst="line">
            <a:avLst/>
          </a:prstGeom>
          <a:noFill/>
          <a:ln w="4445">
            <a:solidFill>
              <a:srgbClr val="C9D8E4">
                <a:alpha val="45000"/>
              </a:srgbClr>
            </a:solidFill>
            <a:prstDash val="solid"/>
          </a:ln>
        </p:spPr>
      </p:sp>
      <p:sp>
        <p:nvSpPr>
          <p:cNvPr id="34" name="Shape 32"/>
          <p:cNvSpPr/>
          <p:nvPr/>
        </p:nvSpPr>
        <p:spPr>
          <a:xfrm>
            <a:off x="0" y="1143000"/>
            <a:ext cx="12191695" cy="0"/>
          </a:xfrm>
          <a:prstGeom prst="line">
            <a:avLst/>
          </a:prstGeom>
          <a:noFill/>
          <a:ln w="4445">
            <a:solidFill>
              <a:srgbClr val="C9D8E4">
                <a:alpha val="45000"/>
              </a:srgbClr>
            </a:solidFill>
            <a:prstDash val="solid"/>
          </a:ln>
        </p:spPr>
      </p:sp>
      <p:sp>
        <p:nvSpPr>
          <p:cNvPr id="35" name="Shape 33"/>
          <p:cNvSpPr/>
          <p:nvPr/>
        </p:nvSpPr>
        <p:spPr>
          <a:xfrm>
            <a:off x="0" y="1554480"/>
            <a:ext cx="12191695" cy="0"/>
          </a:xfrm>
          <a:prstGeom prst="line">
            <a:avLst/>
          </a:prstGeom>
          <a:noFill/>
          <a:ln w="4445">
            <a:solidFill>
              <a:srgbClr val="C9D8E4">
                <a:alpha val="45000"/>
              </a:srgbClr>
            </a:solidFill>
            <a:prstDash val="solid"/>
          </a:ln>
        </p:spPr>
      </p:sp>
      <p:sp>
        <p:nvSpPr>
          <p:cNvPr id="36" name="Shape 34"/>
          <p:cNvSpPr/>
          <p:nvPr/>
        </p:nvSpPr>
        <p:spPr>
          <a:xfrm>
            <a:off x="0" y="1965960"/>
            <a:ext cx="12191695" cy="0"/>
          </a:xfrm>
          <a:prstGeom prst="line">
            <a:avLst/>
          </a:prstGeom>
          <a:noFill/>
          <a:ln w="4445">
            <a:solidFill>
              <a:srgbClr val="C9D8E4">
                <a:alpha val="45000"/>
              </a:srgbClr>
            </a:solidFill>
            <a:prstDash val="solid"/>
          </a:ln>
        </p:spPr>
      </p:sp>
      <p:sp>
        <p:nvSpPr>
          <p:cNvPr id="37" name="Shape 35"/>
          <p:cNvSpPr/>
          <p:nvPr/>
        </p:nvSpPr>
        <p:spPr>
          <a:xfrm>
            <a:off x="0" y="2377440"/>
            <a:ext cx="12191695" cy="0"/>
          </a:xfrm>
          <a:prstGeom prst="line">
            <a:avLst/>
          </a:prstGeom>
          <a:noFill/>
          <a:ln w="4445">
            <a:solidFill>
              <a:srgbClr val="C9D8E4">
                <a:alpha val="45000"/>
              </a:srgbClr>
            </a:solidFill>
            <a:prstDash val="solid"/>
          </a:ln>
        </p:spPr>
      </p:sp>
      <p:sp>
        <p:nvSpPr>
          <p:cNvPr id="38" name="Shape 36"/>
          <p:cNvSpPr/>
          <p:nvPr/>
        </p:nvSpPr>
        <p:spPr>
          <a:xfrm>
            <a:off x="0" y="2788920"/>
            <a:ext cx="12191695" cy="0"/>
          </a:xfrm>
          <a:prstGeom prst="line">
            <a:avLst/>
          </a:prstGeom>
          <a:noFill/>
          <a:ln w="4445">
            <a:solidFill>
              <a:srgbClr val="C9D8E4">
                <a:alpha val="45000"/>
              </a:srgbClr>
            </a:solidFill>
            <a:prstDash val="solid"/>
          </a:ln>
        </p:spPr>
      </p:sp>
      <p:sp>
        <p:nvSpPr>
          <p:cNvPr id="39" name="Shape 37"/>
          <p:cNvSpPr/>
          <p:nvPr/>
        </p:nvSpPr>
        <p:spPr>
          <a:xfrm>
            <a:off x="0" y="3200400"/>
            <a:ext cx="12191695" cy="0"/>
          </a:xfrm>
          <a:prstGeom prst="line">
            <a:avLst/>
          </a:prstGeom>
          <a:noFill/>
          <a:ln w="4445">
            <a:solidFill>
              <a:srgbClr val="C9D8E4">
                <a:alpha val="45000"/>
              </a:srgbClr>
            </a:solidFill>
            <a:prstDash val="solid"/>
          </a:ln>
        </p:spPr>
      </p:sp>
      <p:sp>
        <p:nvSpPr>
          <p:cNvPr id="40" name="Shape 38"/>
          <p:cNvSpPr/>
          <p:nvPr/>
        </p:nvSpPr>
        <p:spPr>
          <a:xfrm>
            <a:off x="0" y="3611880"/>
            <a:ext cx="12191695" cy="0"/>
          </a:xfrm>
          <a:prstGeom prst="line">
            <a:avLst/>
          </a:prstGeom>
          <a:noFill/>
          <a:ln w="4445">
            <a:solidFill>
              <a:srgbClr val="C9D8E4">
                <a:alpha val="45000"/>
              </a:srgbClr>
            </a:solidFill>
            <a:prstDash val="solid"/>
          </a:ln>
        </p:spPr>
      </p:sp>
      <p:sp>
        <p:nvSpPr>
          <p:cNvPr id="41" name="Shape 39"/>
          <p:cNvSpPr/>
          <p:nvPr/>
        </p:nvSpPr>
        <p:spPr>
          <a:xfrm>
            <a:off x="0" y="4023360"/>
            <a:ext cx="12191695" cy="0"/>
          </a:xfrm>
          <a:prstGeom prst="line">
            <a:avLst/>
          </a:prstGeom>
          <a:noFill/>
          <a:ln w="4445">
            <a:solidFill>
              <a:srgbClr val="C9D8E4">
                <a:alpha val="45000"/>
              </a:srgbClr>
            </a:solidFill>
            <a:prstDash val="solid"/>
          </a:ln>
        </p:spPr>
      </p:sp>
      <p:sp>
        <p:nvSpPr>
          <p:cNvPr id="42" name="Shape 40"/>
          <p:cNvSpPr/>
          <p:nvPr/>
        </p:nvSpPr>
        <p:spPr>
          <a:xfrm>
            <a:off x="0" y="4434840"/>
            <a:ext cx="12191695" cy="0"/>
          </a:xfrm>
          <a:prstGeom prst="line">
            <a:avLst/>
          </a:prstGeom>
          <a:noFill/>
          <a:ln w="4445">
            <a:solidFill>
              <a:srgbClr val="C9D8E4">
                <a:alpha val="45000"/>
              </a:srgbClr>
            </a:solidFill>
            <a:prstDash val="solid"/>
          </a:ln>
        </p:spPr>
      </p:sp>
      <p:sp>
        <p:nvSpPr>
          <p:cNvPr id="43" name="Shape 41"/>
          <p:cNvSpPr/>
          <p:nvPr/>
        </p:nvSpPr>
        <p:spPr>
          <a:xfrm>
            <a:off x="0" y="4846320"/>
            <a:ext cx="12191695" cy="0"/>
          </a:xfrm>
          <a:prstGeom prst="line">
            <a:avLst/>
          </a:prstGeom>
          <a:noFill/>
          <a:ln w="4445">
            <a:solidFill>
              <a:srgbClr val="C9D8E4">
                <a:alpha val="45000"/>
              </a:srgbClr>
            </a:solidFill>
            <a:prstDash val="solid"/>
          </a:ln>
        </p:spPr>
      </p:sp>
      <p:sp>
        <p:nvSpPr>
          <p:cNvPr id="44" name="Shape 42"/>
          <p:cNvSpPr/>
          <p:nvPr/>
        </p:nvSpPr>
        <p:spPr>
          <a:xfrm>
            <a:off x="0" y="5257800"/>
            <a:ext cx="12191695" cy="0"/>
          </a:xfrm>
          <a:prstGeom prst="line">
            <a:avLst/>
          </a:prstGeom>
          <a:noFill/>
          <a:ln w="4445">
            <a:solidFill>
              <a:srgbClr val="C9D8E4">
                <a:alpha val="45000"/>
              </a:srgbClr>
            </a:solidFill>
            <a:prstDash val="solid"/>
          </a:ln>
        </p:spPr>
      </p:sp>
      <p:sp>
        <p:nvSpPr>
          <p:cNvPr id="45" name="Shape 43"/>
          <p:cNvSpPr/>
          <p:nvPr/>
        </p:nvSpPr>
        <p:spPr>
          <a:xfrm>
            <a:off x="0" y="5669280"/>
            <a:ext cx="12191695" cy="0"/>
          </a:xfrm>
          <a:prstGeom prst="line">
            <a:avLst/>
          </a:prstGeom>
          <a:noFill/>
          <a:ln w="4445">
            <a:solidFill>
              <a:srgbClr val="C9D8E4">
                <a:alpha val="45000"/>
              </a:srgbClr>
            </a:solidFill>
            <a:prstDash val="solid"/>
          </a:ln>
        </p:spPr>
      </p:sp>
      <p:sp>
        <p:nvSpPr>
          <p:cNvPr id="46" name="Shape 44"/>
          <p:cNvSpPr/>
          <p:nvPr/>
        </p:nvSpPr>
        <p:spPr>
          <a:xfrm>
            <a:off x="0" y="6080760"/>
            <a:ext cx="12191695" cy="0"/>
          </a:xfrm>
          <a:prstGeom prst="line">
            <a:avLst/>
          </a:prstGeom>
          <a:noFill/>
          <a:ln w="4445">
            <a:solidFill>
              <a:srgbClr val="C9D8E4">
                <a:alpha val="45000"/>
              </a:srgbClr>
            </a:solidFill>
            <a:prstDash val="solid"/>
          </a:ln>
        </p:spPr>
      </p:sp>
      <p:sp>
        <p:nvSpPr>
          <p:cNvPr id="47" name="Shape 45"/>
          <p:cNvSpPr/>
          <p:nvPr/>
        </p:nvSpPr>
        <p:spPr>
          <a:xfrm>
            <a:off x="0" y="6492240"/>
            <a:ext cx="12191695" cy="0"/>
          </a:xfrm>
          <a:prstGeom prst="line">
            <a:avLst/>
          </a:prstGeom>
          <a:noFill/>
          <a:ln w="4445">
            <a:solidFill>
              <a:srgbClr val="C9D8E4">
                <a:alpha val="45000"/>
              </a:srgbClr>
            </a:solidFill>
            <a:prstDash val="solid"/>
          </a:ln>
        </p:spPr>
      </p:sp>
      <p:sp>
        <p:nvSpPr>
          <p:cNvPr id="48" name="Shape 46"/>
          <p:cNvSpPr/>
          <p:nvPr/>
        </p:nvSpPr>
        <p:spPr>
          <a:xfrm>
            <a:off x="292608" y="256032"/>
            <a:ext cx="11606479" cy="6345936"/>
          </a:xfrm>
          <a:prstGeom prst="rect">
            <a:avLst/>
          </a:prstGeom>
          <a:solidFill>
            <a:srgbClr val="FFFFFF">
              <a:alpha val="0"/>
            </a:srgbClr>
          </a:solidFill>
          <a:ln w="13970">
            <a:solidFill>
              <a:srgbClr val="153A5B">
                <a:alpha val="90000"/>
              </a:srgbClr>
            </a:solidFill>
            <a:prstDash val="solid"/>
          </a:ln>
        </p:spPr>
      </p:sp>
      <p:sp>
        <p:nvSpPr>
          <p:cNvPr id="49" name="Shape 47"/>
          <p:cNvSpPr/>
          <p:nvPr/>
        </p:nvSpPr>
        <p:spPr>
          <a:xfrm>
            <a:off x="228600" y="27432"/>
            <a:ext cx="0" cy="82296"/>
          </a:xfrm>
          <a:prstGeom prst="line">
            <a:avLst/>
          </a:prstGeom>
          <a:noFill/>
          <a:ln w="4445">
            <a:solidFill>
              <a:srgbClr val="657484">
                <a:alpha val="60000"/>
              </a:srgbClr>
            </a:solidFill>
            <a:prstDash val="solid"/>
          </a:ln>
        </p:spPr>
      </p:sp>
      <p:sp>
        <p:nvSpPr>
          <p:cNvPr id="50" name="Shape 48"/>
          <p:cNvSpPr/>
          <p:nvPr/>
        </p:nvSpPr>
        <p:spPr>
          <a:xfrm>
            <a:off x="228600" y="6830568"/>
            <a:ext cx="0" cy="0"/>
          </a:xfrm>
          <a:prstGeom prst="line">
            <a:avLst/>
          </a:prstGeom>
          <a:noFill/>
          <a:ln w="4445">
            <a:solidFill>
              <a:srgbClr val="657484">
                <a:alpha val="60000"/>
              </a:srgbClr>
            </a:solidFill>
            <a:prstDash val="solid"/>
          </a:ln>
        </p:spPr>
      </p:sp>
      <p:sp>
        <p:nvSpPr>
          <p:cNvPr id="51" name="Shape 49"/>
          <p:cNvSpPr/>
          <p:nvPr/>
        </p:nvSpPr>
        <p:spPr>
          <a:xfrm>
            <a:off x="457200" y="27432"/>
            <a:ext cx="0" cy="82296"/>
          </a:xfrm>
          <a:prstGeom prst="line">
            <a:avLst/>
          </a:prstGeom>
          <a:noFill/>
          <a:ln w="4445">
            <a:solidFill>
              <a:srgbClr val="657484">
                <a:alpha val="60000"/>
              </a:srgbClr>
            </a:solidFill>
            <a:prstDash val="solid"/>
          </a:ln>
        </p:spPr>
      </p:sp>
      <p:sp>
        <p:nvSpPr>
          <p:cNvPr id="52" name="Shape 50"/>
          <p:cNvSpPr/>
          <p:nvPr/>
        </p:nvSpPr>
        <p:spPr>
          <a:xfrm>
            <a:off x="457200" y="6830568"/>
            <a:ext cx="0" cy="0"/>
          </a:xfrm>
          <a:prstGeom prst="line">
            <a:avLst/>
          </a:prstGeom>
          <a:noFill/>
          <a:ln w="4445">
            <a:solidFill>
              <a:srgbClr val="657484">
                <a:alpha val="60000"/>
              </a:srgbClr>
            </a:solidFill>
            <a:prstDash val="solid"/>
          </a:ln>
        </p:spPr>
      </p:sp>
      <p:sp>
        <p:nvSpPr>
          <p:cNvPr id="53" name="Shape 51"/>
          <p:cNvSpPr/>
          <p:nvPr/>
        </p:nvSpPr>
        <p:spPr>
          <a:xfrm>
            <a:off x="685800" y="27432"/>
            <a:ext cx="0" cy="82296"/>
          </a:xfrm>
          <a:prstGeom prst="line">
            <a:avLst/>
          </a:prstGeom>
          <a:noFill/>
          <a:ln w="4445">
            <a:solidFill>
              <a:srgbClr val="657484">
                <a:alpha val="60000"/>
              </a:srgbClr>
            </a:solidFill>
            <a:prstDash val="solid"/>
          </a:ln>
        </p:spPr>
      </p:sp>
      <p:sp>
        <p:nvSpPr>
          <p:cNvPr id="54" name="Shape 52"/>
          <p:cNvSpPr/>
          <p:nvPr/>
        </p:nvSpPr>
        <p:spPr>
          <a:xfrm>
            <a:off x="685800" y="6830568"/>
            <a:ext cx="0" cy="0"/>
          </a:xfrm>
          <a:prstGeom prst="line">
            <a:avLst/>
          </a:prstGeom>
          <a:noFill/>
          <a:ln w="4445">
            <a:solidFill>
              <a:srgbClr val="657484">
                <a:alpha val="60000"/>
              </a:srgbClr>
            </a:solidFill>
            <a:prstDash val="solid"/>
          </a:ln>
        </p:spPr>
      </p:sp>
      <p:sp>
        <p:nvSpPr>
          <p:cNvPr id="55" name="Shape 53"/>
          <p:cNvSpPr/>
          <p:nvPr/>
        </p:nvSpPr>
        <p:spPr>
          <a:xfrm>
            <a:off x="914400" y="27432"/>
            <a:ext cx="0" cy="164592"/>
          </a:xfrm>
          <a:prstGeom prst="line">
            <a:avLst/>
          </a:prstGeom>
          <a:noFill/>
          <a:ln w="4445">
            <a:solidFill>
              <a:srgbClr val="657484">
                <a:alpha val="60000"/>
              </a:srgbClr>
            </a:solidFill>
            <a:prstDash val="solid"/>
          </a:ln>
        </p:spPr>
      </p:sp>
      <p:sp>
        <p:nvSpPr>
          <p:cNvPr id="56" name="Shape 54"/>
          <p:cNvSpPr/>
          <p:nvPr/>
        </p:nvSpPr>
        <p:spPr>
          <a:xfrm>
            <a:off x="914400" y="6830568"/>
            <a:ext cx="0" cy="0"/>
          </a:xfrm>
          <a:prstGeom prst="line">
            <a:avLst/>
          </a:prstGeom>
          <a:noFill/>
          <a:ln w="4445">
            <a:solidFill>
              <a:srgbClr val="657484">
                <a:alpha val="60000"/>
              </a:srgbClr>
            </a:solidFill>
            <a:prstDash val="solid"/>
          </a:ln>
        </p:spPr>
      </p:sp>
      <p:sp>
        <p:nvSpPr>
          <p:cNvPr id="57" name="Shape 55"/>
          <p:cNvSpPr/>
          <p:nvPr/>
        </p:nvSpPr>
        <p:spPr>
          <a:xfrm>
            <a:off x="1143000" y="27432"/>
            <a:ext cx="0" cy="82296"/>
          </a:xfrm>
          <a:prstGeom prst="line">
            <a:avLst/>
          </a:prstGeom>
          <a:noFill/>
          <a:ln w="4445">
            <a:solidFill>
              <a:srgbClr val="657484">
                <a:alpha val="60000"/>
              </a:srgbClr>
            </a:solidFill>
            <a:prstDash val="solid"/>
          </a:ln>
        </p:spPr>
      </p:sp>
      <p:sp>
        <p:nvSpPr>
          <p:cNvPr id="58" name="Shape 56"/>
          <p:cNvSpPr/>
          <p:nvPr/>
        </p:nvSpPr>
        <p:spPr>
          <a:xfrm>
            <a:off x="1143000" y="6830568"/>
            <a:ext cx="0" cy="0"/>
          </a:xfrm>
          <a:prstGeom prst="line">
            <a:avLst/>
          </a:prstGeom>
          <a:noFill/>
          <a:ln w="4445">
            <a:solidFill>
              <a:srgbClr val="657484">
                <a:alpha val="60000"/>
              </a:srgbClr>
            </a:solidFill>
            <a:prstDash val="solid"/>
          </a:ln>
        </p:spPr>
      </p:sp>
      <p:sp>
        <p:nvSpPr>
          <p:cNvPr id="59" name="Shape 57"/>
          <p:cNvSpPr/>
          <p:nvPr/>
        </p:nvSpPr>
        <p:spPr>
          <a:xfrm>
            <a:off x="1371600" y="27432"/>
            <a:ext cx="0" cy="82296"/>
          </a:xfrm>
          <a:prstGeom prst="line">
            <a:avLst/>
          </a:prstGeom>
          <a:noFill/>
          <a:ln w="4445">
            <a:solidFill>
              <a:srgbClr val="657484">
                <a:alpha val="60000"/>
              </a:srgbClr>
            </a:solidFill>
            <a:prstDash val="solid"/>
          </a:ln>
        </p:spPr>
      </p:sp>
      <p:sp>
        <p:nvSpPr>
          <p:cNvPr id="60" name="Shape 58"/>
          <p:cNvSpPr/>
          <p:nvPr/>
        </p:nvSpPr>
        <p:spPr>
          <a:xfrm>
            <a:off x="1371600" y="6830568"/>
            <a:ext cx="0" cy="0"/>
          </a:xfrm>
          <a:prstGeom prst="line">
            <a:avLst/>
          </a:prstGeom>
          <a:noFill/>
          <a:ln w="4445">
            <a:solidFill>
              <a:srgbClr val="657484">
                <a:alpha val="60000"/>
              </a:srgbClr>
            </a:solidFill>
            <a:prstDash val="solid"/>
          </a:ln>
        </p:spPr>
      </p:sp>
      <p:sp>
        <p:nvSpPr>
          <p:cNvPr id="61" name="Shape 59"/>
          <p:cNvSpPr/>
          <p:nvPr/>
        </p:nvSpPr>
        <p:spPr>
          <a:xfrm>
            <a:off x="1600200" y="27432"/>
            <a:ext cx="0" cy="82296"/>
          </a:xfrm>
          <a:prstGeom prst="line">
            <a:avLst/>
          </a:prstGeom>
          <a:noFill/>
          <a:ln w="4445">
            <a:solidFill>
              <a:srgbClr val="657484">
                <a:alpha val="60000"/>
              </a:srgbClr>
            </a:solidFill>
            <a:prstDash val="solid"/>
          </a:ln>
        </p:spPr>
      </p:sp>
      <p:sp>
        <p:nvSpPr>
          <p:cNvPr id="62" name="Shape 60"/>
          <p:cNvSpPr/>
          <p:nvPr/>
        </p:nvSpPr>
        <p:spPr>
          <a:xfrm>
            <a:off x="1600200" y="6830568"/>
            <a:ext cx="0" cy="0"/>
          </a:xfrm>
          <a:prstGeom prst="line">
            <a:avLst/>
          </a:prstGeom>
          <a:noFill/>
          <a:ln w="4445">
            <a:solidFill>
              <a:srgbClr val="657484">
                <a:alpha val="60000"/>
              </a:srgbClr>
            </a:solidFill>
            <a:prstDash val="solid"/>
          </a:ln>
        </p:spPr>
      </p:sp>
      <p:sp>
        <p:nvSpPr>
          <p:cNvPr id="63" name="Shape 61"/>
          <p:cNvSpPr/>
          <p:nvPr/>
        </p:nvSpPr>
        <p:spPr>
          <a:xfrm>
            <a:off x="1828800" y="27432"/>
            <a:ext cx="0" cy="164592"/>
          </a:xfrm>
          <a:prstGeom prst="line">
            <a:avLst/>
          </a:prstGeom>
          <a:noFill/>
          <a:ln w="4445">
            <a:solidFill>
              <a:srgbClr val="657484">
                <a:alpha val="60000"/>
              </a:srgbClr>
            </a:solidFill>
            <a:prstDash val="solid"/>
          </a:ln>
        </p:spPr>
      </p:sp>
      <p:sp>
        <p:nvSpPr>
          <p:cNvPr id="64" name="Shape 62"/>
          <p:cNvSpPr/>
          <p:nvPr/>
        </p:nvSpPr>
        <p:spPr>
          <a:xfrm>
            <a:off x="1828800" y="6830568"/>
            <a:ext cx="0" cy="0"/>
          </a:xfrm>
          <a:prstGeom prst="line">
            <a:avLst/>
          </a:prstGeom>
          <a:noFill/>
          <a:ln w="4445">
            <a:solidFill>
              <a:srgbClr val="657484">
                <a:alpha val="60000"/>
              </a:srgbClr>
            </a:solidFill>
            <a:prstDash val="solid"/>
          </a:ln>
        </p:spPr>
      </p:sp>
      <p:sp>
        <p:nvSpPr>
          <p:cNvPr id="65" name="Shape 63"/>
          <p:cNvSpPr/>
          <p:nvPr/>
        </p:nvSpPr>
        <p:spPr>
          <a:xfrm>
            <a:off x="2057400" y="27432"/>
            <a:ext cx="0" cy="82296"/>
          </a:xfrm>
          <a:prstGeom prst="line">
            <a:avLst/>
          </a:prstGeom>
          <a:noFill/>
          <a:ln w="4445">
            <a:solidFill>
              <a:srgbClr val="657484">
                <a:alpha val="60000"/>
              </a:srgbClr>
            </a:solidFill>
            <a:prstDash val="solid"/>
          </a:ln>
        </p:spPr>
      </p:sp>
      <p:sp>
        <p:nvSpPr>
          <p:cNvPr id="66" name="Shape 64"/>
          <p:cNvSpPr/>
          <p:nvPr/>
        </p:nvSpPr>
        <p:spPr>
          <a:xfrm>
            <a:off x="2057400" y="6830568"/>
            <a:ext cx="0" cy="0"/>
          </a:xfrm>
          <a:prstGeom prst="line">
            <a:avLst/>
          </a:prstGeom>
          <a:noFill/>
          <a:ln w="4445">
            <a:solidFill>
              <a:srgbClr val="657484">
                <a:alpha val="60000"/>
              </a:srgbClr>
            </a:solidFill>
            <a:prstDash val="solid"/>
          </a:ln>
        </p:spPr>
      </p:sp>
      <p:sp>
        <p:nvSpPr>
          <p:cNvPr id="67" name="Shape 65"/>
          <p:cNvSpPr/>
          <p:nvPr/>
        </p:nvSpPr>
        <p:spPr>
          <a:xfrm>
            <a:off x="2286000" y="27432"/>
            <a:ext cx="0" cy="82296"/>
          </a:xfrm>
          <a:prstGeom prst="line">
            <a:avLst/>
          </a:prstGeom>
          <a:noFill/>
          <a:ln w="4445">
            <a:solidFill>
              <a:srgbClr val="657484">
                <a:alpha val="60000"/>
              </a:srgbClr>
            </a:solidFill>
            <a:prstDash val="solid"/>
          </a:ln>
        </p:spPr>
      </p:sp>
      <p:sp>
        <p:nvSpPr>
          <p:cNvPr id="68" name="Shape 66"/>
          <p:cNvSpPr/>
          <p:nvPr/>
        </p:nvSpPr>
        <p:spPr>
          <a:xfrm>
            <a:off x="2286000" y="6830568"/>
            <a:ext cx="0" cy="0"/>
          </a:xfrm>
          <a:prstGeom prst="line">
            <a:avLst/>
          </a:prstGeom>
          <a:noFill/>
          <a:ln w="4445">
            <a:solidFill>
              <a:srgbClr val="657484">
                <a:alpha val="60000"/>
              </a:srgbClr>
            </a:solidFill>
            <a:prstDash val="solid"/>
          </a:ln>
        </p:spPr>
      </p:sp>
      <p:sp>
        <p:nvSpPr>
          <p:cNvPr id="69" name="Shape 67"/>
          <p:cNvSpPr/>
          <p:nvPr/>
        </p:nvSpPr>
        <p:spPr>
          <a:xfrm>
            <a:off x="2514600" y="27432"/>
            <a:ext cx="0" cy="82296"/>
          </a:xfrm>
          <a:prstGeom prst="line">
            <a:avLst/>
          </a:prstGeom>
          <a:noFill/>
          <a:ln w="4445">
            <a:solidFill>
              <a:srgbClr val="657484">
                <a:alpha val="60000"/>
              </a:srgbClr>
            </a:solidFill>
            <a:prstDash val="solid"/>
          </a:ln>
        </p:spPr>
      </p:sp>
      <p:sp>
        <p:nvSpPr>
          <p:cNvPr id="70" name="Shape 68"/>
          <p:cNvSpPr/>
          <p:nvPr/>
        </p:nvSpPr>
        <p:spPr>
          <a:xfrm>
            <a:off x="2514600" y="6830568"/>
            <a:ext cx="0" cy="0"/>
          </a:xfrm>
          <a:prstGeom prst="line">
            <a:avLst/>
          </a:prstGeom>
          <a:noFill/>
          <a:ln w="4445">
            <a:solidFill>
              <a:srgbClr val="657484">
                <a:alpha val="60000"/>
              </a:srgbClr>
            </a:solidFill>
            <a:prstDash val="solid"/>
          </a:ln>
        </p:spPr>
      </p:sp>
      <p:sp>
        <p:nvSpPr>
          <p:cNvPr id="71" name="Shape 69"/>
          <p:cNvSpPr/>
          <p:nvPr/>
        </p:nvSpPr>
        <p:spPr>
          <a:xfrm>
            <a:off x="2743200" y="27432"/>
            <a:ext cx="0" cy="164592"/>
          </a:xfrm>
          <a:prstGeom prst="line">
            <a:avLst/>
          </a:prstGeom>
          <a:noFill/>
          <a:ln w="4445">
            <a:solidFill>
              <a:srgbClr val="657484">
                <a:alpha val="60000"/>
              </a:srgbClr>
            </a:solidFill>
            <a:prstDash val="solid"/>
          </a:ln>
        </p:spPr>
      </p:sp>
      <p:sp>
        <p:nvSpPr>
          <p:cNvPr id="72" name="Shape 70"/>
          <p:cNvSpPr/>
          <p:nvPr/>
        </p:nvSpPr>
        <p:spPr>
          <a:xfrm>
            <a:off x="2743200" y="6830568"/>
            <a:ext cx="0" cy="0"/>
          </a:xfrm>
          <a:prstGeom prst="line">
            <a:avLst/>
          </a:prstGeom>
          <a:noFill/>
          <a:ln w="4445">
            <a:solidFill>
              <a:srgbClr val="657484">
                <a:alpha val="60000"/>
              </a:srgbClr>
            </a:solidFill>
            <a:prstDash val="solid"/>
          </a:ln>
        </p:spPr>
      </p:sp>
      <p:sp>
        <p:nvSpPr>
          <p:cNvPr id="73" name="Shape 71"/>
          <p:cNvSpPr/>
          <p:nvPr/>
        </p:nvSpPr>
        <p:spPr>
          <a:xfrm>
            <a:off x="2971800" y="27432"/>
            <a:ext cx="0" cy="82296"/>
          </a:xfrm>
          <a:prstGeom prst="line">
            <a:avLst/>
          </a:prstGeom>
          <a:noFill/>
          <a:ln w="4445">
            <a:solidFill>
              <a:srgbClr val="657484">
                <a:alpha val="60000"/>
              </a:srgbClr>
            </a:solidFill>
            <a:prstDash val="solid"/>
          </a:ln>
        </p:spPr>
      </p:sp>
      <p:sp>
        <p:nvSpPr>
          <p:cNvPr id="74" name="Shape 72"/>
          <p:cNvSpPr/>
          <p:nvPr/>
        </p:nvSpPr>
        <p:spPr>
          <a:xfrm>
            <a:off x="2971800" y="6830568"/>
            <a:ext cx="0" cy="0"/>
          </a:xfrm>
          <a:prstGeom prst="line">
            <a:avLst/>
          </a:prstGeom>
          <a:noFill/>
          <a:ln w="4445">
            <a:solidFill>
              <a:srgbClr val="657484">
                <a:alpha val="60000"/>
              </a:srgbClr>
            </a:solidFill>
            <a:prstDash val="solid"/>
          </a:ln>
        </p:spPr>
      </p:sp>
      <p:sp>
        <p:nvSpPr>
          <p:cNvPr id="75" name="Shape 73"/>
          <p:cNvSpPr/>
          <p:nvPr/>
        </p:nvSpPr>
        <p:spPr>
          <a:xfrm>
            <a:off x="3200400" y="27432"/>
            <a:ext cx="0" cy="82296"/>
          </a:xfrm>
          <a:prstGeom prst="line">
            <a:avLst/>
          </a:prstGeom>
          <a:noFill/>
          <a:ln w="4445">
            <a:solidFill>
              <a:srgbClr val="657484">
                <a:alpha val="60000"/>
              </a:srgbClr>
            </a:solidFill>
            <a:prstDash val="solid"/>
          </a:ln>
        </p:spPr>
      </p:sp>
      <p:sp>
        <p:nvSpPr>
          <p:cNvPr id="76" name="Shape 74"/>
          <p:cNvSpPr/>
          <p:nvPr/>
        </p:nvSpPr>
        <p:spPr>
          <a:xfrm>
            <a:off x="3200400" y="6830568"/>
            <a:ext cx="0" cy="0"/>
          </a:xfrm>
          <a:prstGeom prst="line">
            <a:avLst/>
          </a:prstGeom>
          <a:noFill/>
          <a:ln w="4445">
            <a:solidFill>
              <a:srgbClr val="657484">
                <a:alpha val="60000"/>
              </a:srgbClr>
            </a:solidFill>
            <a:prstDash val="solid"/>
          </a:ln>
        </p:spPr>
      </p:sp>
      <p:sp>
        <p:nvSpPr>
          <p:cNvPr id="77" name="Shape 75"/>
          <p:cNvSpPr/>
          <p:nvPr/>
        </p:nvSpPr>
        <p:spPr>
          <a:xfrm>
            <a:off x="3429000" y="27432"/>
            <a:ext cx="0" cy="82296"/>
          </a:xfrm>
          <a:prstGeom prst="line">
            <a:avLst/>
          </a:prstGeom>
          <a:noFill/>
          <a:ln w="4445">
            <a:solidFill>
              <a:srgbClr val="657484">
                <a:alpha val="60000"/>
              </a:srgbClr>
            </a:solidFill>
            <a:prstDash val="solid"/>
          </a:ln>
        </p:spPr>
      </p:sp>
      <p:sp>
        <p:nvSpPr>
          <p:cNvPr id="78" name="Shape 76"/>
          <p:cNvSpPr/>
          <p:nvPr/>
        </p:nvSpPr>
        <p:spPr>
          <a:xfrm>
            <a:off x="3429000" y="6830568"/>
            <a:ext cx="0" cy="0"/>
          </a:xfrm>
          <a:prstGeom prst="line">
            <a:avLst/>
          </a:prstGeom>
          <a:noFill/>
          <a:ln w="4445">
            <a:solidFill>
              <a:srgbClr val="657484">
                <a:alpha val="60000"/>
              </a:srgbClr>
            </a:solidFill>
            <a:prstDash val="solid"/>
          </a:ln>
        </p:spPr>
      </p:sp>
      <p:sp>
        <p:nvSpPr>
          <p:cNvPr id="79" name="Shape 77"/>
          <p:cNvSpPr/>
          <p:nvPr/>
        </p:nvSpPr>
        <p:spPr>
          <a:xfrm>
            <a:off x="3657600" y="27432"/>
            <a:ext cx="0" cy="164592"/>
          </a:xfrm>
          <a:prstGeom prst="line">
            <a:avLst/>
          </a:prstGeom>
          <a:noFill/>
          <a:ln w="4445">
            <a:solidFill>
              <a:srgbClr val="657484">
                <a:alpha val="60000"/>
              </a:srgbClr>
            </a:solidFill>
            <a:prstDash val="solid"/>
          </a:ln>
        </p:spPr>
      </p:sp>
      <p:sp>
        <p:nvSpPr>
          <p:cNvPr id="80" name="Shape 78"/>
          <p:cNvSpPr/>
          <p:nvPr/>
        </p:nvSpPr>
        <p:spPr>
          <a:xfrm>
            <a:off x="3657600" y="6830568"/>
            <a:ext cx="0" cy="0"/>
          </a:xfrm>
          <a:prstGeom prst="line">
            <a:avLst/>
          </a:prstGeom>
          <a:noFill/>
          <a:ln w="4445">
            <a:solidFill>
              <a:srgbClr val="657484">
                <a:alpha val="60000"/>
              </a:srgbClr>
            </a:solidFill>
            <a:prstDash val="solid"/>
          </a:ln>
        </p:spPr>
      </p:sp>
      <p:sp>
        <p:nvSpPr>
          <p:cNvPr id="81" name="Shape 79"/>
          <p:cNvSpPr/>
          <p:nvPr/>
        </p:nvSpPr>
        <p:spPr>
          <a:xfrm>
            <a:off x="3886200" y="27432"/>
            <a:ext cx="0" cy="82296"/>
          </a:xfrm>
          <a:prstGeom prst="line">
            <a:avLst/>
          </a:prstGeom>
          <a:noFill/>
          <a:ln w="4445">
            <a:solidFill>
              <a:srgbClr val="657484">
                <a:alpha val="60000"/>
              </a:srgbClr>
            </a:solidFill>
            <a:prstDash val="solid"/>
          </a:ln>
        </p:spPr>
      </p:sp>
      <p:sp>
        <p:nvSpPr>
          <p:cNvPr id="82" name="Shape 80"/>
          <p:cNvSpPr/>
          <p:nvPr/>
        </p:nvSpPr>
        <p:spPr>
          <a:xfrm>
            <a:off x="3886200" y="6830568"/>
            <a:ext cx="0" cy="0"/>
          </a:xfrm>
          <a:prstGeom prst="line">
            <a:avLst/>
          </a:prstGeom>
          <a:noFill/>
          <a:ln w="4445">
            <a:solidFill>
              <a:srgbClr val="657484">
                <a:alpha val="60000"/>
              </a:srgbClr>
            </a:solidFill>
            <a:prstDash val="solid"/>
          </a:ln>
        </p:spPr>
      </p:sp>
      <p:sp>
        <p:nvSpPr>
          <p:cNvPr id="83" name="Shape 81"/>
          <p:cNvSpPr/>
          <p:nvPr/>
        </p:nvSpPr>
        <p:spPr>
          <a:xfrm>
            <a:off x="4114800" y="27432"/>
            <a:ext cx="0" cy="82296"/>
          </a:xfrm>
          <a:prstGeom prst="line">
            <a:avLst/>
          </a:prstGeom>
          <a:noFill/>
          <a:ln w="4445">
            <a:solidFill>
              <a:srgbClr val="657484">
                <a:alpha val="60000"/>
              </a:srgbClr>
            </a:solidFill>
            <a:prstDash val="solid"/>
          </a:ln>
        </p:spPr>
      </p:sp>
      <p:sp>
        <p:nvSpPr>
          <p:cNvPr id="84" name="Shape 82"/>
          <p:cNvSpPr/>
          <p:nvPr/>
        </p:nvSpPr>
        <p:spPr>
          <a:xfrm>
            <a:off x="4114800" y="6830568"/>
            <a:ext cx="0" cy="0"/>
          </a:xfrm>
          <a:prstGeom prst="line">
            <a:avLst/>
          </a:prstGeom>
          <a:noFill/>
          <a:ln w="4445">
            <a:solidFill>
              <a:srgbClr val="657484">
                <a:alpha val="60000"/>
              </a:srgbClr>
            </a:solidFill>
            <a:prstDash val="solid"/>
          </a:ln>
        </p:spPr>
      </p:sp>
      <p:sp>
        <p:nvSpPr>
          <p:cNvPr id="85" name="Shape 83"/>
          <p:cNvSpPr/>
          <p:nvPr/>
        </p:nvSpPr>
        <p:spPr>
          <a:xfrm>
            <a:off x="4343400" y="27432"/>
            <a:ext cx="0" cy="82296"/>
          </a:xfrm>
          <a:prstGeom prst="line">
            <a:avLst/>
          </a:prstGeom>
          <a:noFill/>
          <a:ln w="4445">
            <a:solidFill>
              <a:srgbClr val="657484">
                <a:alpha val="60000"/>
              </a:srgbClr>
            </a:solidFill>
            <a:prstDash val="solid"/>
          </a:ln>
        </p:spPr>
      </p:sp>
      <p:sp>
        <p:nvSpPr>
          <p:cNvPr id="86" name="Shape 84"/>
          <p:cNvSpPr/>
          <p:nvPr/>
        </p:nvSpPr>
        <p:spPr>
          <a:xfrm>
            <a:off x="4343400" y="6830568"/>
            <a:ext cx="0" cy="0"/>
          </a:xfrm>
          <a:prstGeom prst="line">
            <a:avLst/>
          </a:prstGeom>
          <a:noFill/>
          <a:ln w="4445">
            <a:solidFill>
              <a:srgbClr val="657484">
                <a:alpha val="60000"/>
              </a:srgbClr>
            </a:solidFill>
            <a:prstDash val="solid"/>
          </a:ln>
        </p:spPr>
      </p:sp>
      <p:sp>
        <p:nvSpPr>
          <p:cNvPr id="87" name="Shape 85"/>
          <p:cNvSpPr/>
          <p:nvPr/>
        </p:nvSpPr>
        <p:spPr>
          <a:xfrm>
            <a:off x="4572000" y="27432"/>
            <a:ext cx="0" cy="164592"/>
          </a:xfrm>
          <a:prstGeom prst="line">
            <a:avLst/>
          </a:prstGeom>
          <a:noFill/>
          <a:ln w="4445">
            <a:solidFill>
              <a:srgbClr val="657484">
                <a:alpha val="60000"/>
              </a:srgbClr>
            </a:solidFill>
            <a:prstDash val="solid"/>
          </a:ln>
        </p:spPr>
      </p:sp>
      <p:sp>
        <p:nvSpPr>
          <p:cNvPr id="88" name="Shape 86"/>
          <p:cNvSpPr/>
          <p:nvPr/>
        </p:nvSpPr>
        <p:spPr>
          <a:xfrm>
            <a:off x="4572000" y="6830568"/>
            <a:ext cx="0" cy="0"/>
          </a:xfrm>
          <a:prstGeom prst="line">
            <a:avLst/>
          </a:prstGeom>
          <a:noFill/>
          <a:ln w="4445">
            <a:solidFill>
              <a:srgbClr val="657484">
                <a:alpha val="60000"/>
              </a:srgbClr>
            </a:solidFill>
            <a:prstDash val="solid"/>
          </a:ln>
        </p:spPr>
      </p:sp>
      <p:sp>
        <p:nvSpPr>
          <p:cNvPr id="89" name="Shape 87"/>
          <p:cNvSpPr/>
          <p:nvPr/>
        </p:nvSpPr>
        <p:spPr>
          <a:xfrm>
            <a:off x="4800600" y="27432"/>
            <a:ext cx="0" cy="82296"/>
          </a:xfrm>
          <a:prstGeom prst="line">
            <a:avLst/>
          </a:prstGeom>
          <a:noFill/>
          <a:ln w="4445">
            <a:solidFill>
              <a:srgbClr val="657484">
                <a:alpha val="60000"/>
              </a:srgbClr>
            </a:solidFill>
            <a:prstDash val="solid"/>
          </a:ln>
        </p:spPr>
      </p:sp>
      <p:sp>
        <p:nvSpPr>
          <p:cNvPr id="90" name="Shape 88"/>
          <p:cNvSpPr/>
          <p:nvPr/>
        </p:nvSpPr>
        <p:spPr>
          <a:xfrm>
            <a:off x="4800600" y="6830568"/>
            <a:ext cx="0" cy="0"/>
          </a:xfrm>
          <a:prstGeom prst="line">
            <a:avLst/>
          </a:prstGeom>
          <a:noFill/>
          <a:ln w="4445">
            <a:solidFill>
              <a:srgbClr val="657484">
                <a:alpha val="60000"/>
              </a:srgbClr>
            </a:solidFill>
            <a:prstDash val="solid"/>
          </a:ln>
        </p:spPr>
      </p:sp>
      <p:sp>
        <p:nvSpPr>
          <p:cNvPr id="91" name="Shape 89"/>
          <p:cNvSpPr/>
          <p:nvPr/>
        </p:nvSpPr>
        <p:spPr>
          <a:xfrm>
            <a:off x="5029200" y="27432"/>
            <a:ext cx="0" cy="82296"/>
          </a:xfrm>
          <a:prstGeom prst="line">
            <a:avLst/>
          </a:prstGeom>
          <a:noFill/>
          <a:ln w="4445">
            <a:solidFill>
              <a:srgbClr val="657484">
                <a:alpha val="60000"/>
              </a:srgbClr>
            </a:solidFill>
            <a:prstDash val="solid"/>
          </a:ln>
        </p:spPr>
      </p:sp>
      <p:sp>
        <p:nvSpPr>
          <p:cNvPr id="92" name="Shape 90"/>
          <p:cNvSpPr/>
          <p:nvPr/>
        </p:nvSpPr>
        <p:spPr>
          <a:xfrm>
            <a:off x="5029200" y="6830568"/>
            <a:ext cx="0" cy="0"/>
          </a:xfrm>
          <a:prstGeom prst="line">
            <a:avLst/>
          </a:prstGeom>
          <a:noFill/>
          <a:ln w="4445">
            <a:solidFill>
              <a:srgbClr val="657484">
                <a:alpha val="60000"/>
              </a:srgbClr>
            </a:solidFill>
            <a:prstDash val="solid"/>
          </a:ln>
        </p:spPr>
      </p:sp>
      <p:sp>
        <p:nvSpPr>
          <p:cNvPr id="93" name="Shape 91"/>
          <p:cNvSpPr/>
          <p:nvPr/>
        </p:nvSpPr>
        <p:spPr>
          <a:xfrm>
            <a:off x="5257800" y="27432"/>
            <a:ext cx="0" cy="82296"/>
          </a:xfrm>
          <a:prstGeom prst="line">
            <a:avLst/>
          </a:prstGeom>
          <a:noFill/>
          <a:ln w="4445">
            <a:solidFill>
              <a:srgbClr val="657484">
                <a:alpha val="60000"/>
              </a:srgbClr>
            </a:solidFill>
            <a:prstDash val="solid"/>
          </a:ln>
        </p:spPr>
      </p:sp>
      <p:sp>
        <p:nvSpPr>
          <p:cNvPr id="94" name="Shape 92"/>
          <p:cNvSpPr/>
          <p:nvPr/>
        </p:nvSpPr>
        <p:spPr>
          <a:xfrm>
            <a:off x="5257800" y="6830568"/>
            <a:ext cx="0" cy="0"/>
          </a:xfrm>
          <a:prstGeom prst="line">
            <a:avLst/>
          </a:prstGeom>
          <a:noFill/>
          <a:ln w="4445">
            <a:solidFill>
              <a:srgbClr val="657484">
                <a:alpha val="60000"/>
              </a:srgbClr>
            </a:solidFill>
            <a:prstDash val="solid"/>
          </a:ln>
        </p:spPr>
      </p:sp>
      <p:sp>
        <p:nvSpPr>
          <p:cNvPr id="95" name="Shape 93"/>
          <p:cNvSpPr/>
          <p:nvPr/>
        </p:nvSpPr>
        <p:spPr>
          <a:xfrm>
            <a:off x="5486400" y="27432"/>
            <a:ext cx="0" cy="164592"/>
          </a:xfrm>
          <a:prstGeom prst="line">
            <a:avLst/>
          </a:prstGeom>
          <a:noFill/>
          <a:ln w="4445">
            <a:solidFill>
              <a:srgbClr val="657484">
                <a:alpha val="60000"/>
              </a:srgbClr>
            </a:solidFill>
            <a:prstDash val="solid"/>
          </a:ln>
        </p:spPr>
      </p:sp>
      <p:sp>
        <p:nvSpPr>
          <p:cNvPr id="96" name="Shape 94"/>
          <p:cNvSpPr/>
          <p:nvPr/>
        </p:nvSpPr>
        <p:spPr>
          <a:xfrm>
            <a:off x="5486400" y="6830568"/>
            <a:ext cx="0" cy="0"/>
          </a:xfrm>
          <a:prstGeom prst="line">
            <a:avLst/>
          </a:prstGeom>
          <a:noFill/>
          <a:ln w="4445">
            <a:solidFill>
              <a:srgbClr val="657484">
                <a:alpha val="60000"/>
              </a:srgbClr>
            </a:solidFill>
            <a:prstDash val="solid"/>
          </a:ln>
        </p:spPr>
      </p:sp>
      <p:sp>
        <p:nvSpPr>
          <p:cNvPr id="97" name="Shape 95"/>
          <p:cNvSpPr/>
          <p:nvPr/>
        </p:nvSpPr>
        <p:spPr>
          <a:xfrm>
            <a:off x="5715000" y="27432"/>
            <a:ext cx="0" cy="82296"/>
          </a:xfrm>
          <a:prstGeom prst="line">
            <a:avLst/>
          </a:prstGeom>
          <a:noFill/>
          <a:ln w="4445">
            <a:solidFill>
              <a:srgbClr val="657484">
                <a:alpha val="60000"/>
              </a:srgbClr>
            </a:solidFill>
            <a:prstDash val="solid"/>
          </a:ln>
        </p:spPr>
      </p:sp>
      <p:sp>
        <p:nvSpPr>
          <p:cNvPr id="98" name="Shape 96"/>
          <p:cNvSpPr/>
          <p:nvPr/>
        </p:nvSpPr>
        <p:spPr>
          <a:xfrm>
            <a:off x="5715000" y="6830568"/>
            <a:ext cx="0" cy="0"/>
          </a:xfrm>
          <a:prstGeom prst="line">
            <a:avLst/>
          </a:prstGeom>
          <a:noFill/>
          <a:ln w="4445">
            <a:solidFill>
              <a:srgbClr val="657484">
                <a:alpha val="60000"/>
              </a:srgbClr>
            </a:solidFill>
            <a:prstDash val="solid"/>
          </a:ln>
        </p:spPr>
      </p:sp>
      <p:sp>
        <p:nvSpPr>
          <p:cNvPr id="99" name="Shape 97"/>
          <p:cNvSpPr/>
          <p:nvPr/>
        </p:nvSpPr>
        <p:spPr>
          <a:xfrm>
            <a:off x="5943600" y="27432"/>
            <a:ext cx="0" cy="82296"/>
          </a:xfrm>
          <a:prstGeom prst="line">
            <a:avLst/>
          </a:prstGeom>
          <a:noFill/>
          <a:ln w="4445">
            <a:solidFill>
              <a:srgbClr val="657484">
                <a:alpha val="60000"/>
              </a:srgbClr>
            </a:solidFill>
            <a:prstDash val="solid"/>
          </a:ln>
        </p:spPr>
      </p:sp>
      <p:sp>
        <p:nvSpPr>
          <p:cNvPr id="100" name="Shape 98"/>
          <p:cNvSpPr/>
          <p:nvPr/>
        </p:nvSpPr>
        <p:spPr>
          <a:xfrm>
            <a:off x="5943600" y="6830568"/>
            <a:ext cx="0" cy="0"/>
          </a:xfrm>
          <a:prstGeom prst="line">
            <a:avLst/>
          </a:prstGeom>
          <a:noFill/>
          <a:ln w="4445">
            <a:solidFill>
              <a:srgbClr val="657484">
                <a:alpha val="60000"/>
              </a:srgbClr>
            </a:solidFill>
            <a:prstDash val="solid"/>
          </a:ln>
        </p:spPr>
      </p:sp>
      <p:sp>
        <p:nvSpPr>
          <p:cNvPr id="101" name="Shape 99"/>
          <p:cNvSpPr/>
          <p:nvPr/>
        </p:nvSpPr>
        <p:spPr>
          <a:xfrm>
            <a:off x="6172200" y="27432"/>
            <a:ext cx="0" cy="82296"/>
          </a:xfrm>
          <a:prstGeom prst="line">
            <a:avLst/>
          </a:prstGeom>
          <a:noFill/>
          <a:ln w="4445">
            <a:solidFill>
              <a:srgbClr val="657484">
                <a:alpha val="60000"/>
              </a:srgbClr>
            </a:solidFill>
            <a:prstDash val="solid"/>
          </a:ln>
        </p:spPr>
      </p:sp>
      <p:sp>
        <p:nvSpPr>
          <p:cNvPr id="102" name="Shape 100"/>
          <p:cNvSpPr/>
          <p:nvPr/>
        </p:nvSpPr>
        <p:spPr>
          <a:xfrm>
            <a:off x="6172200" y="6830568"/>
            <a:ext cx="0" cy="0"/>
          </a:xfrm>
          <a:prstGeom prst="line">
            <a:avLst/>
          </a:prstGeom>
          <a:noFill/>
          <a:ln w="4445">
            <a:solidFill>
              <a:srgbClr val="657484">
                <a:alpha val="60000"/>
              </a:srgbClr>
            </a:solidFill>
            <a:prstDash val="solid"/>
          </a:ln>
        </p:spPr>
      </p:sp>
      <p:sp>
        <p:nvSpPr>
          <p:cNvPr id="103" name="Shape 101"/>
          <p:cNvSpPr/>
          <p:nvPr/>
        </p:nvSpPr>
        <p:spPr>
          <a:xfrm>
            <a:off x="6400800" y="27432"/>
            <a:ext cx="0" cy="164592"/>
          </a:xfrm>
          <a:prstGeom prst="line">
            <a:avLst/>
          </a:prstGeom>
          <a:noFill/>
          <a:ln w="4445">
            <a:solidFill>
              <a:srgbClr val="657484">
                <a:alpha val="60000"/>
              </a:srgbClr>
            </a:solidFill>
            <a:prstDash val="solid"/>
          </a:ln>
        </p:spPr>
      </p:sp>
      <p:sp>
        <p:nvSpPr>
          <p:cNvPr id="104" name="Shape 102"/>
          <p:cNvSpPr/>
          <p:nvPr/>
        </p:nvSpPr>
        <p:spPr>
          <a:xfrm>
            <a:off x="6400800" y="6830568"/>
            <a:ext cx="0" cy="0"/>
          </a:xfrm>
          <a:prstGeom prst="line">
            <a:avLst/>
          </a:prstGeom>
          <a:noFill/>
          <a:ln w="4445">
            <a:solidFill>
              <a:srgbClr val="657484">
                <a:alpha val="60000"/>
              </a:srgbClr>
            </a:solidFill>
            <a:prstDash val="solid"/>
          </a:ln>
        </p:spPr>
      </p:sp>
      <p:sp>
        <p:nvSpPr>
          <p:cNvPr id="105" name="Shape 103"/>
          <p:cNvSpPr/>
          <p:nvPr/>
        </p:nvSpPr>
        <p:spPr>
          <a:xfrm>
            <a:off x="6629400" y="27432"/>
            <a:ext cx="0" cy="82296"/>
          </a:xfrm>
          <a:prstGeom prst="line">
            <a:avLst/>
          </a:prstGeom>
          <a:noFill/>
          <a:ln w="4445">
            <a:solidFill>
              <a:srgbClr val="657484">
                <a:alpha val="60000"/>
              </a:srgbClr>
            </a:solidFill>
            <a:prstDash val="solid"/>
          </a:ln>
        </p:spPr>
      </p:sp>
      <p:sp>
        <p:nvSpPr>
          <p:cNvPr id="106" name="Shape 104"/>
          <p:cNvSpPr/>
          <p:nvPr/>
        </p:nvSpPr>
        <p:spPr>
          <a:xfrm>
            <a:off x="6629400" y="6830568"/>
            <a:ext cx="0" cy="0"/>
          </a:xfrm>
          <a:prstGeom prst="line">
            <a:avLst/>
          </a:prstGeom>
          <a:noFill/>
          <a:ln w="4445">
            <a:solidFill>
              <a:srgbClr val="657484">
                <a:alpha val="60000"/>
              </a:srgbClr>
            </a:solidFill>
            <a:prstDash val="solid"/>
          </a:ln>
        </p:spPr>
      </p:sp>
      <p:sp>
        <p:nvSpPr>
          <p:cNvPr id="107" name="Shape 105"/>
          <p:cNvSpPr/>
          <p:nvPr/>
        </p:nvSpPr>
        <p:spPr>
          <a:xfrm>
            <a:off x="6858000" y="27432"/>
            <a:ext cx="0" cy="82296"/>
          </a:xfrm>
          <a:prstGeom prst="line">
            <a:avLst/>
          </a:prstGeom>
          <a:noFill/>
          <a:ln w="4445">
            <a:solidFill>
              <a:srgbClr val="657484">
                <a:alpha val="60000"/>
              </a:srgbClr>
            </a:solidFill>
            <a:prstDash val="solid"/>
          </a:ln>
        </p:spPr>
      </p:sp>
      <p:sp>
        <p:nvSpPr>
          <p:cNvPr id="108" name="Shape 106"/>
          <p:cNvSpPr/>
          <p:nvPr/>
        </p:nvSpPr>
        <p:spPr>
          <a:xfrm>
            <a:off x="6858000" y="6830568"/>
            <a:ext cx="0" cy="0"/>
          </a:xfrm>
          <a:prstGeom prst="line">
            <a:avLst/>
          </a:prstGeom>
          <a:noFill/>
          <a:ln w="4445">
            <a:solidFill>
              <a:srgbClr val="657484">
                <a:alpha val="60000"/>
              </a:srgbClr>
            </a:solidFill>
            <a:prstDash val="solid"/>
          </a:ln>
        </p:spPr>
      </p:sp>
      <p:sp>
        <p:nvSpPr>
          <p:cNvPr id="109" name="Shape 107"/>
          <p:cNvSpPr/>
          <p:nvPr/>
        </p:nvSpPr>
        <p:spPr>
          <a:xfrm>
            <a:off x="7086600" y="27432"/>
            <a:ext cx="0" cy="82296"/>
          </a:xfrm>
          <a:prstGeom prst="line">
            <a:avLst/>
          </a:prstGeom>
          <a:noFill/>
          <a:ln w="4445">
            <a:solidFill>
              <a:srgbClr val="657484">
                <a:alpha val="60000"/>
              </a:srgbClr>
            </a:solidFill>
            <a:prstDash val="solid"/>
          </a:ln>
        </p:spPr>
      </p:sp>
      <p:sp>
        <p:nvSpPr>
          <p:cNvPr id="110" name="Shape 108"/>
          <p:cNvSpPr/>
          <p:nvPr/>
        </p:nvSpPr>
        <p:spPr>
          <a:xfrm>
            <a:off x="7086600" y="6830568"/>
            <a:ext cx="0" cy="0"/>
          </a:xfrm>
          <a:prstGeom prst="line">
            <a:avLst/>
          </a:prstGeom>
          <a:noFill/>
          <a:ln w="4445">
            <a:solidFill>
              <a:srgbClr val="657484">
                <a:alpha val="60000"/>
              </a:srgbClr>
            </a:solidFill>
            <a:prstDash val="solid"/>
          </a:ln>
        </p:spPr>
      </p:sp>
      <p:sp>
        <p:nvSpPr>
          <p:cNvPr id="111" name="Shape 109"/>
          <p:cNvSpPr/>
          <p:nvPr/>
        </p:nvSpPr>
        <p:spPr>
          <a:xfrm>
            <a:off x="7315200" y="27432"/>
            <a:ext cx="0" cy="164592"/>
          </a:xfrm>
          <a:prstGeom prst="line">
            <a:avLst/>
          </a:prstGeom>
          <a:noFill/>
          <a:ln w="4445">
            <a:solidFill>
              <a:srgbClr val="657484">
                <a:alpha val="60000"/>
              </a:srgbClr>
            </a:solidFill>
            <a:prstDash val="solid"/>
          </a:ln>
        </p:spPr>
      </p:sp>
      <p:sp>
        <p:nvSpPr>
          <p:cNvPr id="112" name="Shape 110"/>
          <p:cNvSpPr/>
          <p:nvPr/>
        </p:nvSpPr>
        <p:spPr>
          <a:xfrm>
            <a:off x="7315200" y="6830568"/>
            <a:ext cx="0" cy="0"/>
          </a:xfrm>
          <a:prstGeom prst="line">
            <a:avLst/>
          </a:prstGeom>
          <a:noFill/>
          <a:ln w="4445">
            <a:solidFill>
              <a:srgbClr val="657484">
                <a:alpha val="60000"/>
              </a:srgbClr>
            </a:solidFill>
            <a:prstDash val="solid"/>
          </a:ln>
        </p:spPr>
      </p:sp>
      <p:sp>
        <p:nvSpPr>
          <p:cNvPr id="113" name="Shape 111"/>
          <p:cNvSpPr/>
          <p:nvPr/>
        </p:nvSpPr>
        <p:spPr>
          <a:xfrm>
            <a:off x="7543800" y="27432"/>
            <a:ext cx="0" cy="82296"/>
          </a:xfrm>
          <a:prstGeom prst="line">
            <a:avLst/>
          </a:prstGeom>
          <a:noFill/>
          <a:ln w="4445">
            <a:solidFill>
              <a:srgbClr val="657484">
                <a:alpha val="60000"/>
              </a:srgbClr>
            </a:solidFill>
            <a:prstDash val="solid"/>
          </a:ln>
        </p:spPr>
      </p:sp>
      <p:sp>
        <p:nvSpPr>
          <p:cNvPr id="114" name="Shape 112"/>
          <p:cNvSpPr/>
          <p:nvPr/>
        </p:nvSpPr>
        <p:spPr>
          <a:xfrm>
            <a:off x="7543800" y="6830568"/>
            <a:ext cx="0" cy="0"/>
          </a:xfrm>
          <a:prstGeom prst="line">
            <a:avLst/>
          </a:prstGeom>
          <a:noFill/>
          <a:ln w="4445">
            <a:solidFill>
              <a:srgbClr val="657484">
                <a:alpha val="60000"/>
              </a:srgbClr>
            </a:solidFill>
            <a:prstDash val="solid"/>
          </a:ln>
        </p:spPr>
      </p:sp>
      <p:sp>
        <p:nvSpPr>
          <p:cNvPr id="115" name="Shape 113"/>
          <p:cNvSpPr/>
          <p:nvPr/>
        </p:nvSpPr>
        <p:spPr>
          <a:xfrm>
            <a:off x="7772400" y="27432"/>
            <a:ext cx="0" cy="82296"/>
          </a:xfrm>
          <a:prstGeom prst="line">
            <a:avLst/>
          </a:prstGeom>
          <a:noFill/>
          <a:ln w="4445">
            <a:solidFill>
              <a:srgbClr val="657484">
                <a:alpha val="60000"/>
              </a:srgbClr>
            </a:solidFill>
            <a:prstDash val="solid"/>
          </a:ln>
        </p:spPr>
      </p:sp>
      <p:sp>
        <p:nvSpPr>
          <p:cNvPr id="116" name="Shape 114"/>
          <p:cNvSpPr/>
          <p:nvPr/>
        </p:nvSpPr>
        <p:spPr>
          <a:xfrm>
            <a:off x="7772400" y="6830568"/>
            <a:ext cx="0" cy="0"/>
          </a:xfrm>
          <a:prstGeom prst="line">
            <a:avLst/>
          </a:prstGeom>
          <a:noFill/>
          <a:ln w="4445">
            <a:solidFill>
              <a:srgbClr val="657484">
                <a:alpha val="60000"/>
              </a:srgbClr>
            </a:solidFill>
            <a:prstDash val="solid"/>
          </a:ln>
        </p:spPr>
      </p:sp>
      <p:sp>
        <p:nvSpPr>
          <p:cNvPr id="117" name="Shape 115"/>
          <p:cNvSpPr/>
          <p:nvPr/>
        </p:nvSpPr>
        <p:spPr>
          <a:xfrm>
            <a:off x="8001000" y="27432"/>
            <a:ext cx="0" cy="82296"/>
          </a:xfrm>
          <a:prstGeom prst="line">
            <a:avLst/>
          </a:prstGeom>
          <a:noFill/>
          <a:ln w="4445">
            <a:solidFill>
              <a:srgbClr val="657484">
                <a:alpha val="60000"/>
              </a:srgbClr>
            </a:solidFill>
            <a:prstDash val="solid"/>
          </a:ln>
        </p:spPr>
      </p:sp>
      <p:sp>
        <p:nvSpPr>
          <p:cNvPr id="118" name="Shape 116"/>
          <p:cNvSpPr/>
          <p:nvPr/>
        </p:nvSpPr>
        <p:spPr>
          <a:xfrm>
            <a:off x="8001000" y="6830568"/>
            <a:ext cx="0" cy="0"/>
          </a:xfrm>
          <a:prstGeom prst="line">
            <a:avLst/>
          </a:prstGeom>
          <a:noFill/>
          <a:ln w="4445">
            <a:solidFill>
              <a:srgbClr val="657484">
                <a:alpha val="60000"/>
              </a:srgbClr>
            </a:solidFill>
            <a:prstDash val="solid"/>
          </a:ln>
        </p:spPr>
      </p:sp>
      <p:sp>
        <p:nvSpPr>
          <p:cNvPr id="119" name="Shape 117"/>
          <p:cNvSpPr/>
          <p:nvPr/>
        </p:nvSpPr>
        <p:spPr>
          <a:xfrm>
            <a:off x="8229600" y="27432"/>
            <a:ext cx="0" cy="164592"/>
          </a:xfrm>
          <a:prstGeom prst="line">
            <a:avLst/>
          </a:prstGeom>
          <a:noFill/>
          <a:ln w="4445">
            <a:solidFill>
              <a:srgbClr val="657484">
                <a:alpha val="60000"/>
              </a:srgbClr>
            </a:solidFill>
            <a:prstDash val="solid"/>
          </a:ln>
        </p:spPr>
      </p:sp>
      <p:sp>
        <p:nvSpPr>
          <p:cNvPr id="120" name="Shape 118"/>
          <p:cNvSpPr/>
          <p:nvPr/>
        </p:nvSpPr>
        <p:spPr>
          <a:xfrm>
            <a:off x="8229600" y="6830568"/>
            <a:ext cx="0" cy="0"/>
          </a:xfrm>
          <a:prstGeom prst="line">
            <a:avLst/>
          </a:prstGeom>
          <a:noFill/>
          <a:ln w="4445">
            <a:solidFill>
              <a:srgbClr val="657484">
                <a:alpha val="60000"/>
              </a:srgbClr>
            </a:solidFill>
            <a:prstDash val="solid"/>
          </a:ln>
        </p:spPr>
      </p:sp>
      <p:sp>
        <p:nvSpPr>
          <p:cNvPr id="121" name="Shape 119"/>
          <p:cNvSpPr/>
          <p:nvPr/>
        </p:nvSpPr>
        <p:spPr>
          <a:xfrm>
            <a:off x="8458200" y="27432"/>
            <a:ext cx="0" cy="82296"/>
          </a:xfrm>
          <a:prstGeom prst="line">
            <a:avLst/>
          </a:prstGeom>
          <a:noFill/>
          <a:ln w="4445">
            <a:solidFill>
              <a:srgbClr val="657484">
                <a:alpha val="60000"/>
              </a:srgbClr>
            </a:solidFill>
            <a:prstDash val="solid"/>
          </a:ln>
        </p:spPr>
      </p:sp>
      <p:sp>
        <p:nvSpPr>
          <p:cNvPr id="122" name="Shape 120"/>
          <p:cNvSpPr/>
          <p:nvPr/>
        </p:nvSpPr>
        <p:spPr>
          <a:xfrm>
            <a:off x="8458200" y="6830568"/>
            <a:ext cx="0" cy="0"/>
          </a:xfrm>
          <a:prstGeom prst="line">
            <a:avLst/>
          </a:prstGeom>
          <a:noFill/>
          <a:ln w="4445">
            <a:solidFill>
              <a:srgbClr val="657484">
                <a:alpha val="60000"/>
              </a:srgbClr>
            </a:solidFill>
            <a:prstDash val="solid"/>
          </a:ln>
        </p:spPr>
      </p:sp>
      <p:sp>
        <p:nvSpPr>
          <p:cNvPr id="123" name="Shape 121"/>
          <p:cNvSpPr/>
          <p:nvPr/>
        </p:nvSpPr>
        <p:spPr>
          <a:xfrm>
            <a:off x="8686800" y="27432"/>
            <a:ext cx="0" cy="82296"/>
          </a:xfrm>
          <a:prstGeom prst="line">
            <a:avLst/>
          </a:prstGeom>
          <a:noFill/>
          <a:ln w="4445">
            <a:solidFill>
              <a:srgbClr val="657484">
                <a:alpha val="60000"/>
              </a:srgbClr>
            </a:solidFill>
            <a:prstDash val="solid"/>
          </a:ln>
        </p:spPr>
      </p:sp>
      <p:sp>
        <p:nvSpPr>
          <p:cNvPr id="124" name="Shape 122"/>
          <p:cNvSpPr/>
          <p:nvPr/>
        </p:nvSpPr>
        <p:spPr>
          <a:xfrm>
            <a:off x="8686800" y="6830568"/>
            <a:ext cx="0" cy="0"/>
          </a:xfrm>
          <a:prstGeom prst="line">
            <a:avLst/>
          </a:prstGeom>
          <a:noFill/>
          <a:ln w="4445">
            <a:solidFill>
              <a:srgbClr val="657484">
                <a:alpha val="60000"/>
              </a:srgbClr>
            </a:solidFill>
            <a:prstDash val="solid"/>
          </a:ln>
        </p:spPr>
      </p:sp>
      <p:sp>
        <p:nvSpPr>
          <p:cNvPr id="125" name="Shape 123"/>
          <p:cNvSpPr/>
          <p:nvPr/>
        </p:nvSpPr>
        <p:spPr>
          <a:xfrm>
            <a:off x="8915400" y="27432"/>
            <a:ext cx="0" cy="82296"/>
          </a:xfrm>
          <a:prstGeom prst="line">
            <a:avLst/>
          </a:prstGeom>
          <a:noFill/>
          <a:ln w="4445">
            <a:solidFill>
              <a:srgbClr val="657484">
                <a:alpha val="60000"/>
              </a:srgbClr>
            </a:solidFill>
            <a:prstDash val="solid"/>
          </a:ln>
        </p:spPr>
      </p:sp>
      <p:sp>
        <p:nvSpPr>
          <p:cNvPr id="126" name="Shape 124"/>
          <p:cNvSpPr/>
          <p:nvPr/>
        </p:nvSpPr>
        <p:spPr>
          <a:xfrm>
            <a:off x="8915400" y="6830568"/>
            <a:ext cx="0" cy="0"/>
          </a:xfrm>
          <a:prstGeom prst="line">
            <a:avLst/>
          </a:prstGeom>
          <a:noFill/>
          <a:ln w="4445">
            <a:solidFill>
              <a:srgbClr val="657484">
                <a:alpha val="60000"/>
              </a:srgbClr>
            </a:solidFill>
            <a:prstDash val="solid"/>
          </a:ln>
        </p:spPr>
      </p:sp>
      <p:sp>
        <p:nvSpPr>
          <p:cNvPr id="127" name="Shape 125"/>
          <p:cNvSpPr/>
          <p:nvPr/>
        </p:nvSpPr>
        <p:spPr>
          <a:xfrm>
            <a:off x="9144000" y="27432"/>
            <a:ext cx="0" cy="164592"/>
          </a:xfrm>
          <a:prstGeom prst="line">
            <a:avLst/>
          </a:prstGeom>
          <a:noFill/>
          <a:ln w="4445">
            <a:solidFill>
              <a:srgbClr val="657484">
                <a:alpha val="60000"/>
              </a:srgbClr>
            </a:solidFill>
            <a:prstDash val="solid"/>
          </a:ln>
        </p:spPr>
      </p:sp>
      <p:sp>
        <p:nvSpPr>
          <p:cNvPr id="128" name="Shape 126"/>
          <p:cNvSpPr/>
          <p:nvPr/>
        </p:nvSpPr>
        <p:spPr>
          <a:xfrm>
            <a:off x="9144000" y="6830568"/>
            <a:ext cx="0" cy="0"/>
          </a:xfrm>
          <a:prstGeom prst="line">
            <a:avLst/>
          </a:prstGeom>
          <a:noFill/>
          <a:ln w="4445">
            <a:solidFill>
              <a:srgbClr val="657484">
                <a:alpha val="60000"/>
              </a:srgbClr>
            </a:solidFill>
            <a:prstDash val="solid"/>
          </a:ln>
        </p:spPr>
      </p:sp>
      <p:sp>
        <p:nvSpPr>
          <p:cNvPr id="129" name="Shape 127"/>
          <p:cNvSpPr/>
          <p:nvPr/>
        </p:nvSpPr>
        <p:spPr>
          <a:xfrm>
            <a:off x="9372600" y="27432"/>
            <a:ext cx="0" cy="82296"/>
          </a:xfrm>
          <a:prstGeom prst="line">
            <a:avLst/>
          </a:prstGeom>
          <a:noFill/>
          <a:ln w="4445">
            <a:solidFill>
              <a:srgbClr val="657484">
                <a:alpha val="60000"/>
              </a:srgbClr>
            </a:solidFill>
            <a:prstDash val="solid"/>
          </a:ln>
        </p:spPr>
      </p:sp>
      <p:sp>
        <p:nvSpPr>
          <p:cNvPr id="130" name="Shape 128"/>
          <p:cNvSpPr/>
          <p:nvPr/>
        </p:nvSpPr>
        <p:spPr>
          <a:xfrm>
            <a:off x="9372600" y="6830568"/>
            <a:ext cx="0" cy="0"/>
          </a:xfrm>
          <a:prstGeom prst="line">
            <a:avLst/>
          </a:prstGeom>
          <a:noFill/>
          <a:ln w="4445">
            <a:solidFill>
              <a:srgbClr val="657484">
                <a:alpha val="60000"/>
              </a:srgbClr>
            </a:solidFill>
            <a:prstDash val="solid"/>
          </a:ln>
        </p:spPr>
      </p:sp>
      <p:sp>
        <p:nvSpPr>
          <p:cNvPr id="131" name="Shape 129"/>
          <p:cNvSpPr/>
          <p:nvPr/>
        </p:nvSpPr>
        <p:spPr>
          <a:xfrm>
            <a:off x="9601200" y="27432"/>
            <a:ext cx="0" cy="82296"/>
          </a:xfrm>
          <a:prstGeom prst="line">
            <a:avLst/>
          </a:prstGeom>
          <a:noFill/>
          <a:ln w="4445">
            <a:solidFill>
              <a:srgbClr val="657484">
                <a:alpha val="60000"/>
              </a:srgbClr>
            </a:solidFill>
            <a:prstDash val="solid"/>
          </a:ln>
        </p:spPr>
      </p:sp>
      <p:sp>
        <p:nvSpPr>
          <p:cNvPr id="132" name="Shape 130"/>
          <p:cNvSpPr/>
          <p:nvPr/>
        </p:nvSpPr>
        <p:spPr>
          <a:xfrm>
            <a:off x="9601200" y="6830568"/>
            <a:ext cx="0" cy="0"/>
          </a:xfrm>
          <a:prstGeom prst="line">
            <a:avLst/>
          </a:prstGeom>
          <a:noFill/>
          <a:ln w="4445">
            <a:solidFill>
              <a:srgbClr val="657484">
                <a:alpha val="60000"/>
              </a:srgbClr>
            </a:solidFill>
            <a:prstDash val="solid"/>
          </a:ln>
        </p:spPr>
      </p:sp>
      <p:sp>
        <p:nvSpPr>
          <p:cNvPr id="133" name="Shape 131"/>
          <p:cNvSpPr/>
          <p:nvPr/>
        </p:nvSpPr>
        <p:spPr>
          <a:xfrm>
            <a:off x="9829800" y="27432"/>
            <a:ext cx="0" cy="82296"/>
          </a:xfrm>
          <a:prstGeom prst="line">
            <a:avLst/>
          </a:prstGeom>
          <a:noFill/>
          <a:ln w="4445">
            <a:solidFill>
              <a:srgbClr val="657484">
                <a:alpha val="60000"/>
              </a:srgbClr>
            </a:solidFill>
            <a:prstDash val="solid"/>
          </a:ln>
        </p:spPr>
      </p:sp>
      <p:sp>
        <p:nvSpPr>
          <p:cNvPr id="134" name="Shape 132"/>
          <p:cNvSpPr/>
          <p:nvPr/>
        </p:nvSpPr>
        <p:spPr>
          <a:xfrm>
            <a:off x="9829800" y="6830568"/>
            <a:ext cx="0" cy="0"/>
          </a:xfrm>
          <a:prstGeom prst="line">
            <a:avLst/>
          </a:prstGeom>
          <a:noFill/>
          <a:ln w="4445">
            <a:solidFill>
              <a:srgbClr val="657484">
                <a:alpha val="60000"/>
              </a:srgbClr>
            </a:solidFill>
            <a:prstDash val="solid"/>
          </a:ln>
        </p:spPr>
      </p:sp>
      <p:sp>
        <p:nvSpPr>
          <p:cNvPr id="135" name="Shape 133"/>
          <p:cNvSpPr/>
          <p:nvPr/>
        </p:nvSpPr>
        <p:spPr>
          <a:xfrm>
            <a:off x="10058400" y="27432"/>
            <a:ext cx="0" cy="164592"/>
          </a:xfrm>
          <a:prstGeom prst="line">
            <a:avLst/>
          </a:prstGeom>
          <a:noFill/>
          <a:ln w="4445">
            <a:solidFill>
              <a:srgbClr val="657484">
                <a:alpha val="60000"/>
              </a:srgbClr>
            </a:solidFill>
            <a:prstDash val="solid"/>
          </a:ln>
        </p:spPr>
      </p:sp>
      <p:sp>
        <p:nvSpPr>
          <p:cNvPr id="136" name="Shape 134"/>
          <p:cNvSpPr/>
          <p:nvPr/>
        </p:nvSpPr>
        <p:spPr>
          <a:xfrm>
            <a:off x="10058400" y="6830568"/>
            <a:ext cx="0" cy="0"/>
          </a:xfrm>
          <a:prstGeom prst="line">
            <a:avLst/>
          </a:prstGeom>
          <a:noFill/>
          <a:ln w="4445">
            <a:solidFill>
              <a:srgbClr val="657484">
                <a:alpha val="60000"/>
              </a:srgbClr>
            </a:solidFill>
            <a:prstDash val="solid"/>
          </a:ln>
        </p:spPr>
      </p:sp>
      <p:sp>
        <p:nvSpPr>
          <p:cNvPr id="137" name="Shape 135"/>
          <p:cNvSpPr/>
          <p:nvPr/>
        </p:nvSpPr>
        <p:spPr>
          <a:xfrm>
            <a:off x="10287000" y="27432"/>
            <a:ext cx="0" cy="82296"/>
          </a:xfrm>
          <a:prstGeom prst="line">
            <a:avLst/>
          </a:prstGeom>
          <a:noFill/>
          <a:ln w="4445">
            <a:solidFill>
              <a:srgbClr val="657484">
                <a:alpha val="60000"/>
              </a:srgbClr>
            </a:solidFill>
            <a:prstDash val="solid"/>
          </a:ln>
        </p:spPr>
      </p:sp>
      <p:sp>
        <p:nvSpPr>
          <p:cNvPr id="138" name="Shape 136"/>
          <p:cNvSpPr/>
          <p:nvPr/>
        </p:nvSpPr>
        <p:spPr>
          <a:xfrm>
            <a:off x="10287000" y="6830568"/>
            <a:ext cx="0" cy="0"/>
          </a:xfrm>
          <a:prstGeom prst="line">
            <a:avLst/>
          </a:prstGeom>
          <a:noFill/>
          <a:ln w="4445">
            <a:solidFill>
              <a:srgbClr val="657484">
                <a:alpha val="60000"/>
              </a:srgbClr>
            </a:solidFill>
            <a:prstDash val="solid"/>
          </a:ln>
        </p:spPr>
      </p:sp>
      <p:sp>
        <p:nvSpPr>
          <p:cNvPr id="139" name="Shape 137"/>
          <p:cNvSpPr/>
          <p:nvPr/>
        </p:nvSpPr>
        <p:spPr>
          <a:xfrm>
            <a:off x="10515600" y="27432"/>
            <a:ext cx="0" cy="82296"/>
          </a:xfrm>
          <a:prstGeom prst="line">
            <a:avLst/>
          </a:prstGeom>
          <a:noFill/>
          <a:ln w="4445">
            <a:solidFill>
              <a:srgbClr val="657484">
                <a:alpha val="60000"/>
              </a:srgbClr>
            </a:solidFill>
            <a:prstDash val="solid"/>
          </a:ln>
        </p:spPr>
      </p:sp>
      <p:sp>
        <p:nvSpPr>
          <p:cNvPr id="140" name="Shape 138"/>
          <p:cNvSpPr/>
          <p:nvPr/>
        </p:nvSpPr>
        <p:spPr>
          <a:xfrm>
            <a:off x="10515600" y="6830568"/>
            <a:ext cx="0" cy="0"/>
          </a:xfrm>
          <a:prstGeom prst="line">
            <a:avLst/>
          </a:prstGeom>
          <a:noFill/>
          <a:ln w="4445">
            <a:solidFill>
              <a:srgbClr val="657484">
                <a:alpha val="60000"/>
              </a:srgbClr>
            </a:solidFill>
            <a:prstDash val="solid"/>
          </a:ln>
        </p:spPr>
      </p:sp>
      <p:sp>
        <p:nvSpPr>
          <p:cNvPr id="141" name="Shape 139"/>
          <p:cNvSpPr/>
          <p:nvPr/>
        </p:nvSpPr>
        <p:spPr>
          <a:xfrm>
            <a:off x="10744200" y="27432"/>
            <a:ext cx="0" cy="82296"/>
          </a:xfrm>
          <a:prstGeom prst="line">
            <a:avLst/>
          </a:prstGeom>
          <a:noFill/>
          <a:ln w="4445">
            <a:solidFill>
              <a:srgbClr val="657484">
                <a:alpha val="60000"/>
              </a:srgbClr>
            </a:solidFill>
            <a:prstDash val="solid"/>
          </a:ln>
        </p:spPr>
      </p:sp>
      <p:sp>
        <p:nvSpPr>
          <p:cNvPr id="142" name="Shape 140"/>
          <p:cNvSpPr/>
          <p:nvPr/>
        </p:nvSpPr>
        <p:spPr>
          <a:xfrm>
            <a:off x="10744200" y="6830568"/>
            <a:ext cx="0" cy="0"/>
          </a:xfrm>
          <a:prstGeom prst="line">
            <a:avLst/>
          </a:prstGeom>
          <a:noFill/>
          <a:ln w="4445">
            <a:solidFill>
              <a:srgbClr val="657484">
                <a:alpha val="60000"/>
              </a:srgbClr>
            </a:solidFill>
            <a:prstDash val="solid"/>
          </a:ln>
        </p:spPr>
      </p:sp>
      <p:sp>
        <p:nvSpPr>
          <p:cNvPr id="143" name="Shape 141"/>
          <p:cNvSpPr/>
          <p:nvPr/>
        </p:nvSpPr>
        <p:spPr>
          <a:xfrm>
            <a:off x="10972800" y="27432"/>
            <a:ext cx="0" cy="164592"/>
          </a:xfrm>
          <a:prstGeom prst="line">
            <a:avLst/>
          </a:prstGeom>
          <a:noFill/>
          <a:ln w="4445">
            <a:solidFill>
              <a:srgbClr val="657484">
                <a:alpha val="60000"/>
              </a:srgbClr>
            </a:solidFill>
            <a:prstDash val="solid"/>
          </a:ln>
        </p:spPr>
      </p:sp>
      <p:sp>
        <p:nvSpPr>
          <p:cNvPr id="144" name="Shape 142"/>
          <p:cNvSpPr/>
          <p:nvPr/>
        </p:nvSpPr>
        <p:spPr>
          <a:xfrm>
            <a:off x="10972800" y="6830568"/>
            <a:ext cx="0" cy="0"/>
          </a:xfrm>
          <a:prstGeom prst="line">
            <a:avLst/>
          </a:prstGeom>
          <a:noFill/>
          <a:ln w="4445">
            <a:solidFill>
              <a:srgbClr val="657484">
                <a:alpha val="60000"/>
              </a:srgbClr>
            </a:solidFill>
            <a:prstDash val="solid"/>
          </a:ln>
        </p:spPr>
      </p:sp>
      <p:sp>
        <p:nvSpPr>
          <p:cNvPr id="145" name="Shape 143"/>
          <p:cNvSpPr/>
          <p:nvPr/>
        </p:nvSpPr>
        <p:spPr>
          <a:xfrm>
            <a:off x="11201400" y="27432"/>
            <a:ext cx="0" cy="82296"/>
          </a:xfrm>
          <a:prstGeom prst="line">
            <a:avLst/>
          </a:prstGeom>
          <a:noFill/>
          <a:ln w="4445">
            <a:solidFill>
              <a:srgbClr val="657484">
                <a:alpha val="60000"/>
              </a:srgbClr>
            </a:solidFill>
            <a:prstDash val="solid"/>
          </a:ln>
        </p:spPr>
      </p:sp>
      <p:sp>
        <p:nvSpPr>
          <p:cNvPr id="146" name="Shape 144"/>
          <p:cNvSpPr/>
          <p:nvPr/>
        </p:nvSpPr>
        <p:spPr>
          <a:xfrm>
            <a:off x="11201400" y="6830568"/>
            <a:ext cx="0" cy="0"/>
          </a:xfrm>
          <a:prstGeom prst="line">
            <a:avLst/>
          </a:prstGeom>
          <a:noFill/>
          <a:ln w="4445">
            <a:solidFill>
              <a:srgbClr val="657484">
                <a:alpha val="60000"/>
              </a:srgbClr>
            </a:solidFill>
            <a:prstDash val="solid"/>
          </a:ln>
        </p:spPr>
      </p:sp>
      <p:sp>
        <p:nvSpPr>
          <p:cNvPr id="147" name="Shape 145"/>
          <p:cNvSpPr/>
          <p:nvPr/>
        </p:nvSpPr>
        <p:spPr>
          <a:xfrm>
            <a:off x="11430000" y="27432"/>
            <a:ext cx="0" cy="82296"/>
          </a:xfrm>
          <a:prstGeom prst="line">
            <a:avLst/>
          </a:prstGeom>
          <a:noFill/>
          <a:ln w="4445">
            <a:solidFill>
              <a:srgbClr val="657484">
                <a:alpha val="60000"/>
              </a:srgbClr>
            </a:solidFill>
            <a:prstDash val="solid"/>
          </a:ln>
        </p:spPr>
      </p:sp>
      <p:sp>
        <p:nvSpPr>
          <p:cNvPr id="148" name="Shape 146"/>
          <p:cNvSpPr/>
          <p:nvPr/>
        </p:nvSpPr>
        <p:spPr>
          <a:xfrm>
            <a:off x="11430000" y="6830568"/>
            <a:ext cx="0" cy="0"/>
          </a:xfrm>
          <a:prstGeom prst="line">
            <a:avLst/>
          </a:prstGeom>
          <a:noFill/>
          <a:ln w="4445">
            <a:solidFill>
              <a:srgbClr val="657484">
                <a:alpha val="60000"/>
              </a:srgbClr>
            </a:solidFill>
            <a:prstDash val="solid"/>
          </a:ln>
        </p:spPr>
      </p:sp>
      <p:sp>
        <p:nvSpPr>
          <p:cNvPr id="149" name="Shape 147"/>
          <p:cNvSpPr/>
          <p:nvPr/>
        </p:nvSpPr>
        <p:spPr>
          <a:xfrm>
            <a:off x="11658600" y="27432"/>
            <a:ext cx="0" cy="82296"/>
          </a:xfrm>
          <a:prstGeom prst="line">
            <a:avLst/>
          </a:prstGeom>
          <a:noFill/>
          <a:ln w="4445">
            <a:solidFill>
              <a:srgbClr val="657484">
                <a:alpha val="60000"/>
              </a:srgbClr>
            </a:solidFill>
            <a:prstDash val="solid"/>
          </a:ln>
        </p:spPr>
      </p:sp>
      <p:sp>
        <p:nvSpPr>
          <p:cNvPr id="150" name="Shape 148"/>
          <p:cNvSpPr/>
          <p:nvPr/>
        </p:nvSpPr>
        <p:spPr>
          <a:xfrm>
            <a:off x="11658600" y="6830568"/>
            <a:ext cx="0" cy="0"/>
          </a:xfrm>
          <a:prstGeom prst="line">
            <a:avLst/>
          </a:prstGeom>
          <a:noFill/>
          <a:ln w="4445">
            <a:solidFill>
              <a:srgbClr val="657484">
                <a:alpha val="60000"/>
              </a:srgbClr>
            </a:solidFill>
            <a:prstDash val="solid"/>
          </a:ln>
        </p:spPr>
      </p:sp>
      <p:sp>
        <p:nvSpPr>
          <p:cNvPr id="151" name="Shape 149"/>
          <p:cNvSpPr/>
          <p:nvPr/>
        </p:nvSpPr>
        <p:spPr>
          <a:xfrm>
            <a:off x="11887200" y="27432"/>
            <a:ext cx="0" cy="164592"/>
          </a:xfrm>
          <a:prstGeom prst="line">
            <a:avLst/>
          </a:prstGeom>
          <a:noFill/>
          <a:ln w="4445">
            <a:solidFill>
              <a:srgbClr val="657484">
                <a:alpha val="60000"/>
              </a:srgbClr>
            </a:solidFill>
            <a:prstDash val="solid"/>
          </a:ln>
        </p:spPr>
      </p:sp>
      <p:sp>
        <p:nvSpPr>
          <p:cNvPr id="152" name="Shape 150"/>
          <p:cNvSpPr/>
          <p:nvPr/>
        </p:nvSpPr>
        <p:spPr>
          <a:xfrm>
            <a:off x="11887200" y="6830568"/>
            <a:ext cx="0" cy="0"/>
          </a:xfrm>
          <a:prstGeom prst="line">
            <a:avLst/>
          </a:prstGeom>
          <a:noFill/>
          <a:ln w="4445">
            <a:solidFill>
              <a:srgbClr val="657484">
                <a:alpha val="60000"/>
              </a:srgbClr>
            </a:solidFill>
            <a:prstDash val="solid"/>
          </a:ln>
        </p:spPr>
      </p:sp>
      <p:sp>
        <p:nvSpPr>
          <p:cNvPr id="153" name="Shape 151"/>
          <p:cNvSpPr/>
          <p:nvPr/>
        </p:nvSpPr>
        <p:spPr>
          <a:xfrm>
            <a:off x="27432" y="228600"/>
            <a:ext cx="82296" cy="0"/>
          </a:xfrm>
          <a:prstGeom prst="line">
            <a:avLst/>
          </a:prstGeom>
          <a:noFill/>
          <a:ln w="4445">
            <a:solidFill>
              <a:srgbClr val="657484">
                <a:alpha val="60000"/>
              </a:srgbClr>
            </a:solidFill>
            <a:prstDash val="solid"/>
          </a:ln>
        </p:spPr>
      </p:sp>
      <p:sp>
        <p:nvSpPr>
          <p:cNvPr id="154" name="Shape 152"/>
          <p:cNvSpPr/>
          <p:nvPr/>
        </p:nvSpPr>
        <p:spPr>
          <a:xfrm>
            <a:off x="12164263" y="228600"/>
            <a:ext cx="0" cy="0"/>
          </a:xfrm>
          <a:prstGeom prst="line">
            <a:avLst/>
          </a:prstGeom>
          <a:noFill/>
          <a:ln w="4445">
            <a:solidFill>
              <a:srgbClr val="657484">
                <a:alpha val="60000"/>
              </a:srgbClr>
            </a:solidFill>
            <a:prstDash val="solid"/>
          </a:ln>
        </p:spPr>
      </p:sp>
      <p:sp>
        <p:nvSpPr>
          <p:cNvPr id="155" name="Shape 153"/>
          <p:cNvSpPr/>
          <p:nvPr/>
        </p:nvSpPr>
        <p:spPr>
          <a:xfrm>
            <a:off x="27432" y="457200"/>
            <a:ext cx="82296" cy="0"/>
          </a:xfrm>
          <a:prstGeom prst="line">
            <a:avLst/>
          </a:prstGeom>
          <a:noFill/>
          <a:ln w="4445">
            <a:solidFill>
              <a:srgbClr val="657484">
                <a:alpha val="60000"/>
              </a:srgbClr>
            </a:solidFill>
            <a:prstDash val="solid"/>
          </a:ln>
        </p:spPr>
      </p:sp>
      <p:sp>
        <p:nvSpPr>
          <p:cNvPr id="156" name="Shape 154"/>
          <p:cNvSpPr/>
          <p:nvPr/>
        </p:nvSpPr>
        <p:spPr>
          <a:xfrm>
            <a:off x="12164263" y="457200"/>
            <a:ext cx="0" cy="0"/>
          </a:xfrm>
          <a:prstGeom prst="line">
            <a:avLst/>
          </a:prstGeom>
          <a:noFill/>
          <a:ln w="4445">
            <a:solidFill>
              <a:srgbClr val="657484">
                <a:alpha val="60000"/>
              </a:srgbClr>
            </a:solidFill>
            <a:prstDash val="solid"/>
          </a:ln>
        </p:spPr>
      </p:sp>
      <p:sp>
        <p:nvSpPr>
          <p:cNvPr id="157" name="Shape 155"/>
          <p:cNvSpPr/>
          <p:nvPr/>
        </p:nvSpPr>
        <p:spPr>
          <a:xfrm>
            <a:off x="27432" y="685800"/>
            <a:ext cx="82296" cy="0"/>
          </a:xfrm>
          <a:prstGeom prst="line">
            <a:avLst/>
          </a:prstGeom>
          <a:noFill/>
          <a:ln w="4445">
            <a:solidFill>
              <a:srgbClr val="657484">
                <a:alpha val="60000"/>
              </a:srgbClr>
            </a:solidFill>
            <a:prstDash val="solid"/>
          </a:ln>
        </p:spPr>
      </p:sp>
      <p:sp>
        <p:nvSpPr>
          <p:cNvPr id="158" name="Shape 156"/>
          <p:cNvSpPr/>
          <p:nvPr/>
        </p:nvSpPr>
        <p:spPr>
          <a:xfrm>
            <a:off x="12164263" y="685800"/>
            <a:ext cx="0" cy="0"/>
          </a:xfrm>
          <a:prstGeom prst="line">
            <a:avLst/>
          </a:prstGeom>
          <a:noFill/>
          <a:ln w="4445">
            <a:solidFill>
              <a:srgbClr val="657484">
                <a:alpha val="60000"/>
              </a:srgbClr>
            </a:solidFill>
            <a:prstDash val="solid"/>
          </a:ln>
        </p:spPr>
      </p:sp>
      <p:sp>
        <p:nvSpPr>
          <p:cNvPr id="159" name="Shape 157"/>
          <p:cNvSpPr/>
          <p:nvPr/>
        </p:nvSpPr>
        <p:spPr>
          <a:xfrm>
            <a:off x="27432" y="914400"/>
            <a:ext cx="164592" cy="0"/>
          </a:xfrm>
          <a:prstGeom prst="line">
            <a:avLst/>
          </a:prstGeom>
          <a:noFill/>
          <a:ln w="4445">
            <a:solidFill>
              <a:srgbClr val="657484">
                <a:alpha val="60000"/>
              </a:srgbClr>
            </a:solidFill>
            <a:prstDash val="solid"/>
          </a:ln>
        </p:spPr>
      </p:sp>
      <p:sp>
        <p:nvSpPr>
          <p:cNvPr id="160" name="Shape 158"/>
          <p:cNvSpPr/>
          <p:nvPr/>
        </p:nvSpPr>
        <p:spPr>
          <a:xfrm>
            <a:off x="12164263" y="914400"/>
            <a:ext cx="0" cy="0"/>
          </a:xfrm>
          <a:prstGeom prst="line">
            <a:avLst/>
          </a:prstGeom>
          <a:noFill/>
          <a:ln w="4445">
            <a:solidFill>
              <a:srgbClr val="657484">
                <a:alpha val="60000"/>
              </a:srgbClr>
            </a:solidFill>
            <a:prstDash val="solid"/>
          </a:ln>
        </p:spPr>
      </p:sp>
      <p:sp>
        <p:nvSpPr>
          <p:cNvPr id="161" name="Shape 159"/>
          <p:cNvSpPr/>
          <p:nvPr/>
        </p:nvSpPr>
        <p:spPr>
          <a:xfrm>
            <a:off x="27432" y="1143000"/>
            <a:ext cx="82296" cy="0"/>
          </a:xfrm>
          <a:prstGeom prst="line">
            <a:avLst/>
          </a:prstGeom>
          <a:noFill/>
          <a:ln w="4445">
            <a:solidFill>
              <a:srgbClr val="657484">
                <a:alpha val="60000"/>
              </a:srgbClr>
            </a:solidFill>
            <a:prstDash val="solid"/>
          </a:ln>
        </p:spPr>
      </p:sp>
      <p:sp>
        <p:nvSpPr>
          <p:cNvPr id="162" name="Shape 160"/>
          <p:cNvSpPr/>
          <p:nvPr/>
        </p:nvSpPr>
        <p:spPr>
          <a:xfrm>
            <a:off x="12164263" y="1143000"/>
            <a:ext cx="0" cy="0"/>
          </a:xfrm>
          <a:prstGeom prst="line">
            <a:avLst/>
          </a:prstGeom>
          <a:noFill/>
          <a:ln w="4445">
            <a:solidFill>
              <a:srgbClr val="657484">
                <a:alpha val="60000"/>
              </a:srgbClr>
            </a:solidFill>
            <a:prstDash val="solid"/>
          </a:ln>
        </p:spPr>
      </p:sp>
      <p:sp>
        <p:nvSpPr>
          <p:cNvPr id="163" name="Shape 161"/>
          <p:cNvSpPr/>
          <p:nvPr/>
        </p:nvSpPr>
        <p:spPr>
          <a:xfrm>
            <a:off x="27432" y="1371600"/>
            <a:ext cx="82296" cy="0"/>
          </a:xfrm>
          <a:prstGeom prst="line">
            <a:avLst/>
          </a:prstGeom>
          <a:noFill/>
          <a:ln w="4445">
            <a:solidFill>
              <a:srgbClr val="657484">
                <a:alpha val="60000"/>
              </a:srgbClr>
            </a:solidFill>
            <a:prstDash val="solid"/>
          </a:ln>
        </p:spPr>
      </p:sp>
      <p:sp>
        <p:nvSpPr>
          <p:cNvPr id="164" name="Shape 162"/>
          <p:cNvSpPr/>
          <p:nvPr/>
        </p:nvSpPr>
        <p:spPr>
          <a:xfrm>
            <a:off x="12164263" y="1371600"/>
            <a:ext cx="0" cy="0"/>
          </a:xfrm>
          <a:prstGeom prst="line">
            <a:avLst/>
          </a:prstGeom>
          <a:noFill/>
          <a:ln w="4445">
            <a:solidFill>
              <a:srgbClr val="657484">
                <a:alpha val="60000"/>
              </a:srgbClr>
            </a:solidFill>
            <a:prstDash val="solid"/>
          </a:ln>
        </p:spPr>
      </p:sp>
      <p:sp>
        <p:nvSpPr>
          <p:cNvPr id="165" name="Shape 163"/>
          <p:cNvSpPr/>
          <p:nvPr/>
        </p:nvSpPr>
        <p:spPr>
          <a:xfrm>
            <a:off x="27432" y="1600200"/>
            <a:ext cx="82296" cy="0"/>
          </a:xfrm>
          <a:prstGeom prst="line">
            <a:avLst/>
          </a:prstGeom>
          <a:noFill/>
          <a:ln w="4445">
            <a:solidFill>
              <a:srgbClr val="657484">
                <a:alpha val="60000"/>
              </a:srgbClr>
            </a:solidFill>
            <a:prstDash val="solid"/>
          </a:ln>
        </p:spPr>
      </p:sp>
      <p:sp>
        <p:nvSpPr>
          <p:cNvPr id="166" name="Shape 164"/>
          <p:cNvSpPr/>
          <p:nvPr/>
        </p:nvSpPr>
        <p:spPr>
          <a:xfrm>
            <a:off x="12164263" y="1600200"/>
            <a:ext cx="0" cy="0"/>
          </a:xfrm>
          <a:prstGeom prst="line">
            <a:avLst/>
          </a:prstGeom>
          <a:noFill/>
          <a:ln w="4445">
            <a:solidFill>
              <a:srgbClr val="657484">
                <a:alpha val="60000"/>
              </a:srgbClr>
            </a:solidFill>
            <a:prstDash val="solid"/>
          </a:ln>
        </p:spPr>
      </p:sp>
      <p:sp>
        <p:nvSpPr>
          <p:cNvPr id="167" name="Shape 165"/>
          <p:cNvSpPr/>
          <p:nvPr/>
        </p:nvSpPr>
        <p:spPr>
          <a:xfrm>
            <a:off x="27432" y="1828800"/>
            <a:ext cx="164592" cy="0"/>
          </a:xfrm>
          <a:prstGeom prst="line">
            <a:avLst/>
          </a:prstGeom>
          <a:noFill/>
          <a:ln w="4445">
            <a:solidFill>
              <a:srgbClr val="657484">
                <a:alpha val="60000"/>
              </a:srgbClr>
            </a:solidFill>
            <a:prstDash val="solid"/>
          </a:ln>
        </p:spPr>
      </p:sp>
      <p:sp>
        <p:nvSpPr>
          <p:cNvPr id="168" name="Shape 166"/>
          <p:cNvSpPr/>
          <p:nvPr/>
        </p:nvSpPr>
        <p:spPr>
          <a:xfrm>
            <a:off x="12164263" y="1828800"/>
            <a:ext cx="0" cy="0"/>
          </a:xfrm>
          <a:prstGeom prst="line">
            <a:avLst/>
          </a:prstGeom>
          <a:noFill/>
          <a:ln w="4445">
            <a:solidFill>
              <a:srgbClr val="657484">
                <a:alpha val="60000"/>
              </a:srgbClr>
            </a:solidFill>
            <a:prstDash val="solid"/>
          </a:ln>
        </p:spPr>
      </p:sp>
      <p:sp>
        <p:nvSpPr>
          <p:cNvPr id="169" name="Shape 167"/>
          <p:cNvSpPr/>
          <p:nvPr/>
        </p:nvSpPr>
        <p:spPr>
          <a:xfrm>
            <a:off x="27432" y="2057400"/>
            <a:ext cx="82296" cy="0"/>
          </a:xfrm>
          <a:prstGeom prst="line">
            <a:avLst/>
          </a:prstGeom>
          <a:noFill/>
          <a:ln w="4445">
            <a:solidFill>
              <a:srgbClr val="657484">
                <a:alpha val="60000"/>
              </a:srgbClr>
            </a:solidFill>
            <a:prstDash val="solid"/>
          </a:ln>
        </p:spPr>
      </p:sp>
      <p:sp>
        <p:nvSpPr>
          <p:cNvPr id="170" name="Shape 168"/>
          <p:cNvSpPr/>
          <p:nvPr/>
        </p:nvSpPr>
        <p:spPr>
          <a:xfrm>
            <a:off x="12164263" y="2057400"/>
            <a:ext cx="0" cy="0"/>
          </a:xfrm>
          <a:prstGeom prst="line">
            <a:avLst/>
          </a:prstGeom>
          <a:noFill/>
          <a:ln w="4445">
            <a:solidFill>
              <a:srgbClr val="657484">
                <a:alpha val="60000"/>
              </a:srgbClr>
            </a:solidFill>
            <a:prstDash val="solid"/>
          </a:ln>
        </p:spPr>
      </p:sp>
      <p:sp>
        <p:nvSpPr>
          <p:cNvPr id="171" name="Shape 169"/>
          <p:cNvSpPr/>
          <p:nvPr/>
        </p:nvSpPr>
        <p:spPr>
          <a:xfrm>
            <a:off x="27432" y="2286000"/>
            <a:ext cx="82296" cy="0"/>
          </a:xfrm>
          <a:prstGeom prst="line">
            <a:avLst/>
          </a:prstGeom>
          <a:noFill/>
          <a:ln w="4445">
            <a:solidFill>
              <a:srgbClr val="657484">
                <a:alpha val="60000"/>
              </a:srgbClr>
            </a:solidFill>
            <a:prstDash val="solid"/>
          </a:ln>
        </p:spPr>
      </p:sp>
      <p:sp>
        <p:nvSpPr>
          <p:cNvPr id="172" name="Shape 170"/>
          <p:cNvSpPr/>
          <p:nvPr/>
        </p:nvSpPr>
        <p:spPr>
          <a:xfrm>
            <a:off x="12164263" y="2286000"/>
            <a:ext cx="0" cy="0"/>
          </a:xfrm>
          <a:prstGeom prst="line">
            <a:avLst/>
          </a:prstGeom>
          <a:noFill/>
          <a:ln w="4445">
            <a:solidFill>
              <a:srgbClr val="657484">
                <a:alpha val="60000"/>
              </a:srgbClr>
            </a:solidFill>
            <a:prstDash val="solid"/>
          </a:ln>
        </p:spPr>
      </p:sp>
      <p:sp>
        <p:nvSpPr>
          <p:cNvPr id="173" name="Shape 171"/>
          <p:cNvSpPr/>
          <p:nvPr/>
        </p:nvSpPr>
        <p:spPr>
          <a:xfrm>
            <a:off x="27432" y="2514600"/>
            <a:ext cx="82296" cy="0"/>
          </a:xfrm>
          <a:prstGeom prst="line">
            <a:avLst/>
          </a:prstGeom>
          <a:noFill/>
          <a:ln w="4445">
            <a:solidFill>
              <a:srgbClr val="657484">
                <a:alpha val="60000"/>
              </a:srgbClr>
            </a:solidFill>
            <a:prstDash val="solid"/>
          </a:ln>
        </p:spPr>
      </p:sp>
      <p:sp>
        <p:nvSpPr>
          <p:cNvPr id="174" name="Shape 172"/>
          <p:cNvSpPr/>
          <p:nvPr/>
        </p:nvSpPr>
        <p:spPr>
          <a:xfrm>
            <a:off x="12164263" y="2514600"/>
            <a:ext cx="0" cy="0"/>
          </a:xfrm>
          <a:prstGeom prst="line">
            <a:avLst/>
          </a:prstGeom>
          <a:noFill/>
          <a:ln w="4445">
            <a:solidFill>
              <a:srgbClr val="657484">
                <a:alpha val="60000"/>
              </a:srgbClr>
            </a:solidFill>
            <a:prstDash val="solid"/>
          </a:ln>
        </p:spPr>
      </p:sp>
      <p:sp>
        <p:nvSpPr>
          <p:cNvPr id="175" name="Shape 173"/>
          <p:cNvSpPr/>
          <p:nvPr/>
        </p:nvSpPr>
        <p:spPr>
          <a:xfrm>
            <a:off x="27432" y="2743200"/>
            <a:ext cx="164592" cy="0"/>
          </a:xfrm>
          <a:prstGeom prst="line">
            <a:avLst/>
          </a:prstGeom>
          <a:noFill/>
          <a:ln w="4445">
            <a:solidFill>
              <a:srgbClr val="657484">
                <a:alpha val="60000"/>
              </a:srgbClr>
            </a:solidFill>
            <a:prstDash val="solid"/>
          </a:ln>
        </p:spPr>
      </p:sp>
      <p:sp>
        <p:nvSpPr>
          <p:cNvPr id="176" name="Shape 174"/>
          <p:cNvSpPr/>
          <p:nvPr/>
        </p:nvSpPr>
        <p:spPr>
          <a:xfrm>
            <a:off x="12164263" y="2743200"/>
            <a:ext cx="0" cy="0"/>
          </a:xfrm>
          <a:prstGeom prst="line">
            <a:avLst/>
          </a:prstGeom>
          <a:noFill/>
          <a:ln w="4445">
            <a:solidFill>
              <a:srgbClr val="657484">
                <a:alpha val="60000"/>
              </a:srgbClr>
            </a:solidFill>
            <a:prstDash val="solid"/>
          </a:ln>
        </p:spPr>
      </p:sp>
      <p:sp>
        <p:nvSpPr>
          <p:cNvPr id="177" name="Shape 175"/>
          <p:cNvSpPr/>
          <p:nvPr/>
        </p:nvSpPr>
        <p:spPr>
          <a:xfrm>
            <a:off x="27432" y="2971800"/>
            <a:ext cx="82296" cy="0"/>
          </a:xfrm>
          <a:prstGeom prst="line">
            <a:avLst/>
          </a:prstGeom>
          <a:noFill/>
          <a:ln w="4445">
            <a:solidFill>
              <a:srgbClr val="657484">
                <a:alpha val="60000"/>
              </a:srgbClr>
            </a:solidFill>
            <a:prstDash val="solid"/>
          </a:ln>
        </p:spPr>
      </p:sp>
      <p:sp>
        <p:nvSpPr>
          <p:cNvPr id="178" name="Shape 176"/>
          <p:cNvSpPr/>
          <p:nvPr/>
        </p:nvSpPr>
        <p:spPr>
          <a:xfrm>
            <a:off x="12164263" y="2971800"/>
            <a:ext cx="0" cy="0"/>
          </a:xfrm>
          <a:prstGeom prst="line">
            <a:avLst/>
          </a:prstGeom>
          <a:noFill/>
          <a:ln w="4445">
            <a:solidFill>
              <a:srgbClr val="657484">
                <a:alpha val="60000"/>
              </a:srgbClr>
            </a:solidFill>
            <a:prstDash val="solid"/>
          </a:ln>
        </p:spPr>
      </p:sp>
      <p:sp>
        <p:nvSpPr>
          <p:cNvPr id="179" name="Shape 177"/>
          <p:cNvSpPr/>
          <p:nvPr/>
        </p:nvSpPr>
        <p:spPr>
          <a:xfrm>
            <a:off x="27432" y="3200400"/>
            <a:ext cx="82296" cy="0"/>
          </a:xfrm>
          <a:prstGeom prst="line">
            <a:avLst/>
          </a:prstGeom>
          <a:noFill/>
          <a:ln w="4445">
            <a:solidFill>
              <a:srgbClr val="657484">
                <a:alpha val="60000"/>
              </a:srgbClr>
            </a:solidFill>
            <a:prstDash val="solid"/>
          </a:ln>
        </p:spPr>
      </p:sp>
      <p:sp>
        <p:nvSpPr>
          <p:cNvPr id="180" name="Shape 178"/>
          <p:cNvSpPr/>
          <p:nvPr/>
        </p:nvSpPr>
        <p:spPr>
          <a:xfrm>
            <a:off x="12164263" y="3200400"/>
            <a:ext cx="0" cy="0"/>
          </a:xfrm>
          <a:prstGeom prst="line">
            <a:avLst/>
          </a:prstGeom>
          <a:noFill/>
          <a:ln w="4445">
            <a:solidFill>
              <a:srgbClr val="657484">
                <a:alpha val="60000"/>
              </a:srgbClr>
            </a:solidFill>
            <a:prstDash val="solid"/>
          </a:ln>
        </p:spPr>
      </p:sp>
      <p:sp>
        <p:nvSpPr>
          <p:cNvPr id="181" name="Shape 179"/>
          <p:cNvSpPr/>
          <p:nvPr/>
        </p:nvSpPr>
        <p:spPr>
          <a:xfrm>
            <a:off x="27432" y="3429000"/>
            <a:ext cx="82296" cy="0"/>
          </a:xfrm>
          <a:prstGeom prst="line">
            <a:avLst/>
          </a:prstGeom>
          <a:noFill/>
          <a:ln w="4445">
            <a:solidFill>
              <a:srgbClr val="657484">
                <a:alpha val="60000"/>
              </a:srgbClr>
            </a:solidFill>
            <a:prstDash val="solid"/>
          </a:ln>
        </p:spPr>
      </p:sp>
      <p:sp>
        <p:nvSpPr>
          <p:cNvPr id="182" name="Shape 180"/>
          <p:cNvSpPr/>
          <p:nvPr/>
        </p:nvSpPr>
        <p:spPr>
          <a:xfrm>
            <a:off x="12164263" y="3429000"/>
            <a:ext cx="0" cy="0"/>
          </a:xfrm>
          <a:prstGeom prst="line">
            <a:avLst/>
          </a:prstGeom>
          <a:noFill/>
          <a:ln w="4445">
            <a:solidFill>
              <a:srgbClr val="657484">
                <a:alpha val="60000"/>
              </a:srgbClr>
            </a:solidFill>
            <a:prstDash val="solid"/>
          </a:ln>
        </p:spPr>
      </p:sp>
      <p:sp>
        <p:nvSpPr>
          <p:cNvPr id="183" name="Shape 181"/>
          <p:cNvSpPr/>
          <p:nvPr/>
        </p:nvSpPr>
        <p:spPr>
          <a:xfrm>
            <a:off x="27432" y="3657600"/>
            <a:ext cx="164592" cy="0"/>
          </a:xfrm>
          <a:prstGeom prst="line">
            <a:avLst/>
          </a:prstGeom>
          <a:noFill/>
          <a:ln w="4445">
            <a:solidFill>
              <a:srgbClr val="657484">
                <a:alpha val="60000"/>
              </a:srgbClr>
            </a:solidFill>
            <a:prstDash val="solid"/>
          </a:ln>
        </p:spPr>
      </p:sp>
      <p:sp>
        <p:nvSpPr>
          <p:cNvPr id="184" name="Shape 182"/>
          <p:cNvSpPr/>
          <p:nvPr/>
        </p:nvSpPr>
        <p:spPr>
          <a:xfrm>
            <a:off x="12164263" y="3657600"/>
            <a:ext cx="0" cy="0"/>
          </a:xfrm>
          <a:prstGeom prst="line">
            <a:avLst/>
          </a:prstGeom>
          <a:noFill/>
          <a:ln w="4445">
            <a:solidFill>
              <a:srgbClr val="657484">
                <a:alpha val="60000"/>
              </a:srgbClr>
            </a:solidFill>
            <a:prstDash val="solid"/>
          </a:ln>
        </p:spPr>
      </p:sp>
      <p:sp>
        <p:nvSpPr>
          <p:cNvPr id="185" name="Shape 183"/>
          <p:cNvSpPr/>
          <p:nvPr/>
        </p:nvSpPr>
        <p:spPr>
          <a:xfrm>
            <a:off x="27432" y="3886200"/>
            <a:ext cx="82296" cy="0"/>
          </a:xfrm>
          <a:prstGeom prst="line">
            <a:avLst/>
          </a:prstGeom>
          <a:noFill/>
          <a:ln w="4445">
            <a:solidFill>
              <a:srgbClr val="657484">
                <a:alpha val="60000"/>
              </a:srgbClr>
            </a:solidFill>
            <a:prstDash val="solid"/>
          </a:ln>
        </p:spPr>
      </p:sp>
      <p:sp>
        <p:nvSpPr>
          <p:cNvPr id="186" name="Shape 184"/>
          <p:cNvSpPr/>
          <p:nvPr/>
        </p:nvSpPr>
        <p:spPr>
          <a:xfrm>
            <a:off x="12164263" y="3886200"/>
            <a:ext cx="0" cy="0"/>
          </a:xfrm>
          <a:prstGeom prst="line">
            <a:avLst/>
          </a:prstGeom>
          <a:noFill/>
          <a:ln w="4445">
            <a:solidFill>
              <a:srgbClr val="657484">
                <a:alpha val="60000"/>
              </a:srgbClr>
            </a:solidFill>
            <a:prstDash val="solid"/>
          </a:ln>
        </p:spPr>
      </p:sp>
      <p:sp>
        <p:nvSpPr>
          <p:cNvPr id="187" name="Shape 185"/>
          <p:cNvSpPr/>
          <p:nvPr/>
        </p:nvSpPr>
        <p:spPr>
          <a:xfrm>
            <a:off x="27432" y="4114800"/>
            <a:ext cx="82296" cy="0"/>
          </a:xfrm>
          <a:prstGeom prst="line">
            <a:avLst/>
          </a:prstGeom>
          <a:noFill/>
          <a:ln w="4445">
            <a:solidFill>
              <a:srgbClr val="657484">
                <a:alpha val="60000"/>
              </a:srgbClr>
            </a:solidFill>
            <a:prstDash val="solid"/>
          </a:ln>
        </p:spPr>
      </p:sp>
      <p:sp>
        <p:nvSpPr>
          <p:cNvPr id="188" name="Shape 186"/>
          <p:cNvSpPr/>
          <p:nvPr/>
        </p:nvSpPr>
        <p:spPr>
          <a:xfrm>
            <a:off x="12164263" y="4114800"/>
            <a:ext cx="0" cy="0"/>
          </a:xfrm>
          <a:prstGeom prst="line">
            <a:avLst/>
          </a:prstGeom>
          <a:noFill/>
          <a:ln w="4445">
            <a:solidFill>
              <a:srgbClr val="657484">
                <a:alpha val="60000"/>
              </a:srgbClr>
            </a:solidFill>
            <a:prstDash val="solid"/>
          </a:ln>
        </p:spPr>
      </p:sp>
      <p:sp>
        <p:nvSpPr>
          <p:cNvPr id="189" name="Shape 187"/>
          <p:cNvSpPr/>
          <p:nvPr/>
        </p:nvSpPr>
        <p:spPr>
          <a:xfrm>
            <a:off x="27432" y="4343400"/>
            <a:ext cx="82296" cy="0"/>
          </a:xfrm>
          <a:prstGeom prst="line">
            <a:avLst/>
          </a:prstGeom>
          <a:noFill/>
          <a:ln w="4445">
            <a:solidFill>
              <a:srgbClr val="657484">
                <a:alpha val="60000"/>
              </a:srgbClr>
            </a:solidFill>
            <a:prstDash val="solid"/>
          </a:ln>
        </p:spPr>
      </p:sp>
      <p:sp>
        <p:nvSpPr>
          <p:cNvPr id="190" name="Shape 188"/>
          <p:cNvSpPr/>
          <p:nvPr/>
        </p:nvSpPr>
        <p:spPr>
          <a:xfrm>
            <a:off x="12164263" y="4343400"/>
            <a:ext cx="0" cy="0"/>
          </a:xfrm>
          <a:prstGeom prst="line">
            <a:avLst/>
          </a:prstGeom>
          <a:noFill/>
          <a:ln w="4445">
            <a:solidFill>
              <a:srgbClr val="657484">
                <a:alpha val="60000"/>
              </a:srgbClr>
            </a:solidFill>
            <a:prstDash val="solid"/>
          </a:ln>
        </p:spPr>
      </p:sp>
      <p:sp>
        <p:nvSpPr>
          <p:cNvPr id="191" name="Shape 189"/>
          <p:cNvSpPr/>
          <p:nvPr/>
        </p:nvSpPr>
        <p:spPr>
          <a:xfrm>
            <a:off x="27432" y="4572000"/>
            <a:ext cx="164592" cy="0"/>
          </a:xfrm>
          <a:prstGeom prst="line">
            <a:avLst/>
          </a:prstGeom>
          <a:noFill/>
          <a:ln w="4445">
            <a:solidFill>
              <a:srgbClr val="657484">
                <a:alpha val="60000"/>
              </a:srgbClr>
            </a:solidFill>
            <a:prstDash val="solid"/>
          </a:ln>
        </p:spPr>
      </p:sp>
      <p:sp>
        <p:nvSpPr>
          <p:cNvPr id="192" name="Shape 190"/>
          <p:cNvSpPr/>
          <p:nvPr/>
        </p:nvSpPr>
        <p:spPr>
          <a:xfrm>
            <a:off x="12164263" y="4572000"/>
            <a:ext cx="0" cy="0"/>
          </a:xfrm>
          <a:prstGeom prst="line">
            <a:avLst/>
          </a:prstGeom>
          <a:noFill/>
          <a:ln w="4445">
            <a:solidFill>
              <a:srgbClr val="657484">
                <a:alpha val="60000"/>
              </a:srgbClr>
            </a:solidFill>
            <a:prstDash val="solid"/>
          </a:ln>
        </p:spPr>
      </p:sp>
      <p:sp>
        <p:nvSpPr>
          <p:cNvPr id="193" name="Shape 191"/>
          <p:cNvSpPr/>
          <p:nvPr/>
        </p:nvSpPr>
        <p:spPr>
          <a:xfrm>
            <a:off x="27432" y="4800600"/>
            <a:ext cx="82296" cy="0"/>
          </a:xfrm>
          <a:prstGeom prst="line">
            <a:avLst/>
          </a:prstGeom>
          <a:noFill/>
          <a:ln w="4445">
            <a:solidFill>
              <a:srgbClr val="657484">
                <a:alpha val="60000"/>
              </a:srgbClr>
            </a:solidFill>
            <a:prstDash val="solid"/>
          </a:ln>
        </p:spPr>
      </p:sp>
      <p:sp>
        <p:nvSpPr>
          <p:cNvPr id="194" name="Shape 192"/>
          <p:cNvSpPr/>
          <p:nvPr/>
        </p:nvSpPr>
        <p:spPr>
          <a:xfrm>
            <a:off x="12164263" y="4800600"/>
            <a:ext cx="0" cy="0"/>
          </a:xfrm>
          <a:prstGeom prst="line">
            <a:avLst/>
          </a:prstGeom>
          <a:noFill/>
          <a:ln w="4445">
            <a:solidFill>
              <a:srgbClr val="657484">
                <a:alpha val="60000"/>
              </a:srgbClr>
            </a:solidFill>
            <a:prstDash val="solid"/>
          </a:ln>
        </p:spPr>
      </p:sp>
      <p:sp>
        <p:nvSpPr>
          <p:cNvPr id="195" name="Shape 193"/>
          <p:cNvSpPr/>
          <p:nvPr/>
        </p:nvSpPr>
        <p:spPr>
          <a:xfrm>
            <a:off x="27432" y="5029200"/>
            <a:ext cx="82296" cy="0"/>
          </a:xfrm>
          <a:prstGeom prst="line">
            <a:avLst/>
          </a:prstGeom>
          <a:noFill/>
          <a:ln w="4445">
            <a:solidFill>
              <a:srgbClr val="657484">
                <a:alpha val="60000"/>
              </a:srgbClr>
            </a:solidFill>
            <a:prstDash val="solid"/>
          </a:ln>
        </p:spPr>
      </p:sp>
      <p:sp>
        <p:nvSpPr>
          <p:cNvPr id="196" name="Shape 194"/>
          <p:cNvSpPr/>
          <p:nvPr/>
        </p:nvSpPr>
        <p:spPr>
          <a:xfrm>
            <a:off x="12164263" y="5029200"/>
            <a:ext cx="0" cy="0"/>
          </a:xfrm>
          <a:prstGeom prst="line">
            <a:avLst/>
          </a:prstGeom>
          <a:noFill/>
          <a:ln w="4445">
            <a:solidFill>
              <a:srgbClr val="657484">
                <a:alpha val="60000"/>
              </a:srgbClr>
            </a:solidFill>
            <a:prstDash val="solid"/>
          </a:ln>
        </p:spPr>
      </p:sp>
      <p:sp>
        <p:nvSpPr>
          <p:cNvPr id="197" name="Shape 195"/>
          <p:cNvSpPr/>
          <p:nvPr/>
        </p:nvSpPr>
        <p:spPr>
          <a:xfrm>
            <a:off x="27432" y="5257800"/>
            <a:ext cx="82296" cy="0"/>
          </a:xfrm>
          <a:prstGeom prst="line">
            <a:avLst/>
          </a:prstGeom>
          <a:noFill/>
          <a:ln w="4445">
            <a:solidFill>
              <a:srgbClr val="657484">
                <a:alpha val="60000"/>
              </a:srgbClr>
            </a:solidFill>
            <a:prstDash val="solid"/>
          </a:ln>
        </p:spPr>
      </p:sp>
      <p:sp>
        <p:nvSpPr>
          <p:cNvPr id="198" name="Shape 196"/>
          <p:cNvSpPr/>
          <p:nvPr/>
        </p:nvSpPr>
        <p:spPr>
          <a:xfrm>
            <a:off x="12164263" y="5257800"/>
            <a:ext cx="0" cy="0"/>
          </a:xfrm>
          <a:prstGeom prst="line">
            <a:avLst/>
          </a:prstGeom>
          <a:noFill/>
          <a:ln w="4445">
            <a:solidFill>
              <a:srgbClr val="657484">
                <a:alpha val="60000"/>
              </a:srgbClr>
            </a:solidFill>
            <a:prstDash val="solid"/>
          </a:ln>
        </p:spPr>
      </p:sp>
      <p:sp>
        <p:nvSpPr>
          <p:cNvPr id="199" name="Shape 197"/>
          <p:cNvSpPr/>
          <p:nvPr/>
        </p:nvSpPr>
        <p:spPr>
          <a:xfrm>
            <a:off x="27432" y="5486400"/>
            <a:ext cx="164592" cy="0"/>
          </a:xfrm>
          <a:prstGeom prst="line">
            <a:avLst/>
          </a:prstGeom>
          <a:noFill/>
          <a:ln w="4445">
            <a:solidFill>
              <a:srgbClr val="657484">
                <a:alpha val="60000"/>
              </a:srgbClr>
            </a:solidFill>
            <a:prstDash val="solid"/>
          </a:ln>
        </p:spPr>
      </p:sp>
      <p:sp>
        <p:nvSpPr>
          <p:cNvPr id="200" name="Shape 198"/>
          <p:cNvSpPr/>
          <p:nvPr/>
        </p:nvSpPr>
        <p:spPr>
          <a:xfrm>
            <a:off x="12164263" y="5486400"/>
            <a:ext cx="0" cy="0"/>
          </a:xfrm>
          <a:prstGeom prst="line">
            <a:avLst/>
          </a:prstGeom>
          <a:noFill/>
          <a:ln w="4445">
            <a:solidFill>
              <a:srgbClr val="657484">
                <a:alpha val="60000"/>
              </a:srgbClr>
            </a:solidFill>
            <a:prstDash val="solid"/>
          </a:ln>
        </p:spPr>
      </p:sp>
      <p:sp>
        <p:nvSpPr>
          <p:cNvPr id="201" name="Shape 199"/>
          <p:cNvSpPr/>
          <p:nvPr/>
        </p:nvSpPr>
        <p:spPr>
          <a:xfrm>
            <a:off x="27432" y="5715000"/>
            <a:ext cx="82296" cy="0"/>
          </a:xfrm>
          <a:prstGeom prst="line">
            <a:avLst/>
          </a:prstGeom>
          <a:noFill/>
          <a:ln w="4445">
            <a:solidFill>
              <a:srgbClr val="657484">
                <a:alpha val="60000"/>
              </a:srgbClr>
            </a:solidFill>
            <a:prstDash val="solid"/>
          </a:ln>
        </p:spPr>
      </p:sp>
      <p:sp>
        <p:nvSpPr>
          <p:cNvPr id="202" name="Shape 200"/>
          <p:cNvSpPr/>
          <p:nvPr/>
        </p:nvSpPr>
        <p:spPr>
          <a:xfrm>
            <a:off x="12164263" y="5715000"/>
            <a:ext cx="0" cy="0"/>
          </a:xfrm>
          <a:prstGeom prst="line">
            <a:avLst/>
          </a:prstGeom>
          <a:noFill/>
          <a:ln w="4445">
            <a:solidFill>
              <a:srgbClr val="657484">
                <a:alpha val="60000"/>
              </a:srgbClr>
            </a:solidFill>
            <a:prstDash val="solid"/>
          </a:ln>
        </p:spPr>
      </p:sp>
      <p:sp>
        <p:nvSpPr>
          <p:cNvPr id="203" name="Shape 201"/>
          <p:cNvSpPr/>
          <p:nvPr/>
        </p:nvSpPr>
        <p:spPr>
          <a:xfrm>
            <a:off x="27432" y="5943600"/>
            <a:ext cx="82296" cy="0"/>
          </a:xfrm>
          <a:prstGeom prst="line">
            <a:avLst/>
          </a:prstGeom>
          <a:noFill/>
          <a:ln w="4445">
            <a:solidFill>
              <a:srgbClr val="657484">
                <a:alpha val="60000"/>
              </a:srgbClr>
            </a:solidFill>
            <a:prstDash val="solid"/>
          </a:ln>
        </p:spPr>
      </p:sp>
      <p:sp>
        <p:nvSpPr>
          <p:cNvPr id="204" name="Shape 202"/>
          <p:cNvSpPr/>
          <p:nvPr/>
        </p:nvSpPr>
        <p:spPr>
          <a:xfrm>
            <a:off x="12164263" y="5943600"/>
            <a:ext cx="0" cy="0"/>
          </a:xfrm>
          <a:prstGeom prst="line">
            <a:avLst/>
          </a:prstGeom>
          <a:noFill/>
          <a:ln w="4445">
            <a:solidFill>
              <a:srgbClr val="657484">
                <a:alpha val="60000"/>
              </a:srgbClr>
            </a:solidFill>
            <a:prstDash val="solid"/>
          </a:ln>
        </p:spPr>
      </p:sp>
      <p:sp>
        <p:nvSpPr>
          <p:cNvPr id="205" name="Shape 203"/>
          <p:cNvSpPr/>
          <p:nvPr/>
        </p:nvSpPr>
        <p:spPr>
          <a:xfrm>
            <a:off x="27432" y="6172200"/>
            <a:ext cx="82296" cy="0"/>
          </a:xfrm>
          <a:prstGeom prst="line">
            <a:avLst/>
          </a:prstGeom>
          <a:noFill/>
          <a:ln w="4445">
            <a:solidFill>
              <a:srgbClr val="657484">
                <a:alpha val="60000"/>
              </a:srgbClr>
            </a:solidFill>
            <a:prstDash val="solid"/>
          </a:ln>
        </p:spPr>
      </p:sp>
      <p:sp>
        <p:nvSpPr>
          <p:cNvPr id="206" name="Shape 204"/>
          <p:cNvSpPr/>
          <p:nvPr/>
        </p:nvSpPr>
        <p:spPr>
          <a:xfrm>
            <a:off x="12164263" y="6172200"/>
            <a:ext cx="0" cy="0"/>
          </a:xfrm>
          <a:prstGeom prst="line">
            <a:avLst/>
          </a:prstGeom>
          <a:noFill/>
          <a:ln w="4445">
            <a:solidFill>
              <a:srgbClr val="657484">
                <a:alpha val="60000"/>
              </a:srgbClr>
            </a:solidFill>
            <a:prstDash val="solid"/>
          </a:ln>
        </p:spPr>
      </p:sp>
      <p:sp>
        <p:nvSpPr>
          <p:cNvPr id="207" name="Shape 205"/>
          <p:cNvSpPr/>
          <p:nvPr/>
        </p:nvSpPr>
        <p:spPr>
          <a:xfrm>
            <a:off x="27432" y="6400800"/>
            <a:ext cx="164592" cy="0"/>
          </a:xfrm>
          <a:prstGeom prst="line">
            <a:avLst/>
          </a:prstGeom>
          <a:noFill/>
          <a:ln w="4445">
            <a:solidFill>
              <a:srgbClr val="657484">
                <a:alpha val="60000"/>
              </a:srgbClr>
            </a:solidFill>
            <a:prstDash val="solid"/>
          </a:ln>
        </p:spPr>
      </p:sp>
      <p:sp>
        <p:nvSpPr>
          <p:cNvPr id="208" name="Shape 206"/>
          <p:cNvSpPr/>
          <p:nvPr/>
        </p:nvSpPr>
        <p:spPr>
          <a:xfrm>
            <a:off x="12164263" y="6400800"/>
            <a:ext cx="0" cy="0"/>
          </a:xfrm>
          <a:prstGeom prst="line">
            <a:avLst/>
          </a:prstGeom>
          <a:noFill/>
          <a:ln w="4445">
            <a:solidFill>
              <a:srgbClr val="657484">
                <a:alpha val="60000"/>
              </a:srgbClr>
            </a:solidFill>
            <a:prstDash val="solid"/>
          </a:ln>
        </p:spPr>
      </p:sp>
      <p:sp>
        <p:nvSpPr>
          <p:cNvPr id="209" name="Text 207"/>
          <p:cNvSpPr/>
          <p:nvPr/>
        </p:nvSpPr>
        <p:spPr>
          <a:xfrm>
            <a:off x="502920" y="6455664"/>
            <a:ext cx="4389120" cy="201168"/>
          </a:xfrm>
          <a:prstGeom prst="rect">
            <a:avLst/>
          </a:prstGeom>
          <a:noFill/>
          <a:ln/>
        </p:spPr>
        <p:txBody>
          <a:bodyPr wrap="square" lIns="635" tIns="635" rIns="635" bIns="635" rtlCol="0" anchor="t">
            <a:normAutofit/>
          </a:bodyPr>
          <a:lstStyle/>
          <a:p>
            <a:pPr marL="0" indent="0" algn="l">
              <a:lnSpc>
                <a:spcPct val="90000"/>
              </a:lnSpc>
              <a:buNone/>
            </a:pPr>
            <a:r>
              <a:rPr lang="en-US" sz="800" dirty="0">
                <a:solidFill>
                  <a:srgbClr val="657484"/>
                </a:solidFill>
                <a:latin typeface="Malgun Gothic" pitchFamily="34" charset="0"/>
                <a:ea typeface="Malgun Gothic" pitchFamily="34" charset="-122"/>
                <a:cs typeface="Malgun Gothic" pitchFamily="34" charset="-120"/>
              </a:rPr>
              <a:t>Closing / Tech Lead</a:t>
            </a:r>
            <a:endParaRPr lang="en-US" sz="800" dirty="0"/>
          </a:p>
        </p:txBody>
      </p:sp>
      <p:sp>
        <p:nvSpPr>
          <p:cNvPr id="210" name="Text 208"/>
          <p:cNvSpPr/>
          <p:nvPr/>
        </p:nvSpPr>
        <p:spPr>
          <a:xfrm>
            <a:off x="11155680" y="6419088"/>
            <a:ext cx="502920" cy="256032"/>
          </a:xfrm>
          <a:prstGeom prst="rect">
            <a:avLst/>
          </a:prstGeom>
          <a:noFill/>
          <a:ln/>
        </p:spPr>
        <p:txBody>
          <a:bodyPr wrap="square" lIns="635" tIns="635" rIns="635" bIns="635" rtlCol="0" anchor="t">
            <a:normAutofit/>
          </a:bodyPr>
          <a:lstStyle/>
          <a:p>
            <a:pPr marL="0" indent="0" algn="ctr">
              <a:lnSpc>
                <a:spcPct val="90000"/>
              </a:lnSpc>
              <a:buNone/>
            </a:pPr>
            <a:r>
              <a:rPr lang="en-US" sz="1000" b="1" dirty="0">
                <a:solidFill>
                  <a:srgbClr val="153A5B"/>
                </a:solidFill>
                <a:latin typeface="Malgun Gothic" pitchFamily="34" charset="0"/>
                <a:ea typeface="Malgun Gothic" pitchFamily="34" charset="-122"/>
                <a:cs typeface="Malgun Gothic" pitchFamily="34" charset="-120"/>
              </a:rPr>
              <a:t>20</a:t>
            </a:r>
            <a:endParaRPr lang="en-US" sz="1000" dirty="0"/>
          </a:p>
        </p:txBody>
      </p:sp>
      <p:sp>
        <p:nvSpPr>
          <p:cNvPr id="211" name="Shape 209"/>
          <p:cNvSpPr/>
          <p:nvPr/>
        </p:nvSpPr>
        <p:spPr>
          <a:xfrm>
            <a:off x="566928" y="5989320"/>
            <a:ext cx="11018520" cy="329184"/>
          </a:xfrm>
          <a:prstGeom prst="rect">
            <a:avLst/>
          </a:prstGeom>
          <a:solidFill>
            <a:srgbClr val="FFFFFF">
              <a:alpha val="88000"/>
            </a:srgbClr>
          </a:solidFill>
          <a:ln w="12700">
            <a:solidFill>
              <a:srgbClr val="EA6A1A">
                <a:alpha val="95000"/>
              </a:srgbClr>
            </a:solidFill>
            <a:prstDash val="solid"/>
          </a:ln>
        </p:spPr>
      </p:sp>
      <p:sp>
        <p:nvSpPr>
          <p:cNvPr id="212" name="Text 210"/>
          <p:cNvSpPr/>
          <p:nvPr/>
        </p:nvSpPr>
        <p:spPr>
          <a:xfrm>
            <a:off x="749808" y="6044184"/>
            <a:ext cx="10607040" cy="201168"/>
          </a:xfrm>
          <a:prstGeom prst="rect">
            <a:avLst/>
          </a:prstGeom>
          <a:noFill/>
          <a:ln/>
        </p:spPr>
        <p:txBody>
          <a:bodyPr wrap="square" lIns="635" tIns="635" rIns="635" bIns="635" rtlCol="0" anchor="t">
            <a:normAutofit/>
          </a:bodyPr>
          <a:lstStyle/>
          <a:p>
            <a:pPr marL="0" indent="0" algn="ctr">
              <a:lnSpc>
                <a:spcPct val="90000"/>
              </a:lnSpc>
              <a:buNone/>
            </a:pPr>
            <a:r>
              <a:rPr lang="en-US" sz="1250" b="1" dirty="0">
                <a:solidFill>
                  <a:srgbClr val="0B1F33"/>
                </a:solidFill>
                <a:latin typeface="Malgun Gothic" pitchFamily="34" charset="0"/>
                <a:ea typeface="Malgun Gothic" pitchFamily="34" charset="-122"/>
                <a:cs typeface="Malgun Gothic" pitchFamily="34" charset="-120"/>
              </a:rPr>
              <a:t>핵심 메시지: 완벽한 프롬프트보다 중요한 것은 AI를 통제하는 하네스다.</a:t>
            </a:r>
            <a:endParaRPr lang="en-US" sz="1250" dirty="0"/>
          </a:p>
        </p:txBody>
      </p:sp>
      <p:sp>
        <p:nvSpPr>
          <p:cNvPr id="213" name="Text 211"/>
          <p:cNvSpPr/>
          <p:nvPr/>
        </p:nvSpPr>
        <p:spPr>
          <a:xfrm>
            <a:off x="685800" y="530352"/>
            <a:ext cx="3474720" cy="256032"/>
          </a:xfrm>
          <a:prstGeom prst="rect">
            <a:avLst/>
          </a:prstGeom>
          <a:noFill/>
          <a:ln/>
        </p:spPr>
        <p:txBody>
          <a:bodyPr wrap="square" lIns="635" tIns="635" rIns="635" bIns="635" rtlCol="0" anchor="t">
            <a:normAutofit/>
          </a:bodyPr>
          <a:lstStyle/>
          <a:p>
            <a:pPr marL="0" indent="0" algn="l">
              <a:lnSpc>
                <a:spcPct val="90000"/>
              </a:lnSpc>
              <a:buNone/>
            </a:pPr>
            <a:r>
              <a:rPr lang="en-US" sz="1200" b="1" dirty="0">
                <a:solidFill>
                  <a:srgbClr val="EA6A1A"/>
                </a:solidFill>
                <a:latin typeface="Malgun Gothic" pitchFamily="34" charset="0"/>
                <a:ea typeface="Malgun Gothic" pitchFamily="34" charset="-122"/>
                <a:cs typeface="Malgun Gothic" pitchFamily="34" charset="-120"/>
              </a:rPr>
              <a:t>최종 체크</a:t>
            </a:r>
            <a:endParaRPr lang="en-US" sz="1200" dirty="0"/>
          </a:p>
        </p:txBody>
      </p:sp>
      <p:sp>
        <p:nvSpPr>
          <p:cNvPr id="214" name="Text 212"/>
          <p:cNvSpPr/>
          <p:nvPr/>
        </p:nvSpPr>
        <p:spPr>
          <a:xfrm>
            <a:off x="658368" y="786384"/>
            <a:ext cx="10789920" cy="640080"/>
          </a:xfrm>
          <a:prstGeom prst="rect">
            <a:avLst/>
          </a:prstGeom>
          <a:noFill/>
          <a:ln/>
        </p:spPr>
        <p:txBody>
          <a:bodyPr wrap="square" lIns="635" tIns="635" rIns="635" bIns="635" rtlCol="0" anchor="t">
            <a:normAutofit/>
          </a:bodyPr>
          <a:lstStyle/>
          <a:p>
            <a:pPr marL="0" indent="0" algn="l">
              <a:lnSpc>
                <a:spcPct val="90000"/>
              </a:lnSpc>
              <a:buNone/>
            </a:pPr>
            <a:r>
              <a:rPr lang="en-US" sz="2900" b="1" dirty="0">
                <a:solidFill>
                  <a:srgbClr val="0B1F33"/>
                </a:solidFill>
                <a:latin typeface="Malgun Gothic" pitchFamily="34" charset="0"/>
                <a:ea typeface="Malgun Gothic" pitchFamily="34" charset="-122"/>
                <a:cs typeface="Malgun Gothic" pitchFamily="34" charset="-120"/>
              </a:rPr>
              <a:t>마무리: 당신은 더 이상 코더가 아니라 Tech Lead다</a:t>
            </a:r>
            <a:endParaRPr lang="en-US" sz="2900" dirty="0"/>
          </a:p>
        </p:txBody>
      </p:sp>
      <p:sp>
        <p:nvSpPr>
          <p:cNvPr id="215" name="Shape 213"/>
          <p:cNvSpPr/>
          <p:nvPr/>
        </p:nvSpPr>
        <p:spPr>
          <a:xfrm>
            <a:off x="4892040" y="1298448"/>
            <a:ext cx="2286000" cy="1737360"/>
          </a:xfrm>
          <a:prstGeom prst="cube">
            <a:avLst/>
          </a:prstGeom>
          <a:solidFill>
            <a:srgbClr val="D9EEF9">
              <a:alpha val="93000"/>
            </a:srgbClr>
          </a:solidFill>
          <a:ln w="25400">
            <a:solidFill>
              <a:srgbClr val="EA6A1A"/>
            </a:solidFill>
            <a:prstDash val="solid"/>
          </a:ln>
        </p:spPr>
      </p:sp>
      <p:sp>
        <p:nvSpPr>
          <p:cNvPr id="216" name="Text 214"/>
          <p:cNvSpPr/>
          <p:nvPr/>
        </p:nvSpPr>
        <p:spPr>
          <a:xfrm>
            <a:off x="5376672" y="1828800"/>
            <a:ext cx="1325880" cy="566928"/>
          </a:xfrm>
          <a:prstGeom prst="rect">
            <a:avLst/>
          </a:prstGeom>
          <a:noFill/>
          <a:ln/>
        </p:spPr>
        <p:txBody>
          <a:bodyPr wrap="square" lIns="635" tIns="635" rIns="635" bIns="635" rtlCol="0" anchor="ctr">
            <a:normAutofit lnSpcReduction="10000"/>
          </a:bodyPr>
          <a:lstStyle/>
          <a:p>
            <a:pPr marL="0" indent="0" algn="ctr">
              <a:lnSpc>
                <a:spcPct val="90000"/>
              </a:lnSpc>
              <a:buNone/>
            </a:pPr>
            <a:r>
              <a:rPr lang="en-US" sz="2300" b="1" dirty="0">
                <a:solidFill>
                  <a:srgbClr val="0B1F33"/>
                </a:solidFill>
                <a:latin typeface="Malgun Gothic" pitchFamily="34" charset="0"/>
                <a:ea typeface="Malgun Gothic" pitchFamily="34" charset="-122"/>
                <a:cs typeface="Malgun Gothic" pitchFamily="34" charset="-120"/>
              </a:rPr>
              <a:t>Tech</a:t>
            </a:r>
            <a:endParaRPr lang="en-US" sz="2300" dirty="0"/>
          </a:p>
          <a:p>
            <a:pPr marL="0" indent="0" algn="ctr">
              <a:lnSpc>
                <a:spcPct val="90000"/>
              </a:lnSpc>
              <a:buNone/>
            </a:pPr>
            <a:r>
              <a:rPr lang="en-US" sz="2300" b="1" dirty="0">
                <a:solidFill>
                  <a:srgbClr val="0B1F33"/>
                </a:solidFill>
                <a:latin typeface="Malgun Gothic" pitchFamily="34" charset="0"/>
                <a:ea typeface="Malgun Gothic" pitchFamily="34" charset="-122"/>
                <a:cs typeface="Malgun Gothic" pitchFamily="34" charset="-120"/>
              </a:rPr>
              <a:t>Lead</a:t>
            </a:r>
            <a:endParaRPr lang="en-US" sz="2300" dirty="0"/>
          </a:p>
        </p:txBody>
      </p:sp>
      <p:sp>
        <p:nvSpPr>
          <p:cNvPr id="217" name="Shape 215"/>
          <p:cNvSpPr/>
          <p:nvPr/>
        </p:nvSpPr>
        <p:spPr>
          <a:xfrm>
            <a:off x="1170432" y="3675888"/>
            <a:ext cx="9829800" cy="265176"/>
          </a:xfrm>
          <a:prstGeom prst="rect">
            <a:avLst/>
          </a:prstGeom>
          <a:solidFill>
            <a:srgbClr val="FFFFFF">
              <a:alpha val="96000"/>
            </a:srgbClr>
          </a:solidFill>
          <a:ln w="7620">
            <a:solidFill>
              <a:srgbClr val="C9D8E4"/>
            </a:solidFill>
            <a:prstDash val="solid"/>
          </a:ln>
        </p:spPr>
      </p:sp>
      <p:sp>
        <p:nvSpPr>
          <p:cNvPr id="218" name="Shape 216"/>
          <p:cNvSpPr/>
          <p:nvPr/>
        </p:nvSpPr>
        <p:spPr>
          <a:xfrm>
            <a:off x="1271016" y="3749040"/>
            <a:ext cx="164592" cy="164592"/>
          </a:xfrm>
          <a:prstGeom prst="rect">
            <a:avLst/>
          </a:prstGeom>
          <a:solidFill>
            <a:srgbClr val="2D8A70"/>
          </a:solidFill>
          <a:ln w="12700">
            <a:solidFill>
              <a:srgbClr val="2D8A70"/>
            </a:solidFill>
            <a:prstDash val="solid"/>
          </a:ln>
        </p:spPr>
      </p:sp>
      <p:sp>
        <p:nvSpPr>
          <p:cNvPr id="219" name="Shape 217"/>
          <p:cNvSpPr/>
          <p:nvPr/>
        </p:nvSpPr>
        <p:spPr>
          <a:xfrm>
            <a:off x="1298448" y="3840480"/>
            <a:ext cx="45720" cy="54864"/>
          </a:xfrm>
          <a:prstGeom prst="line">
            <a:avLst/>
          </a:prstGeom>
          <a:noFill/>
          <a:ln w="15240">
            <a:solidFill>
              <a:srgbClr val="FFFFFF"/>
            </a:solidFill>
            <a:prstDash val="solid"/>
          </a:ln>
        </p:spPr>
      </p:sp>
      <p:sp>
        <p:nvSpPr>
          <p:cNvPr id="220" name="Shape 218"/>
          <p:cNvSpPr/>
          <p:nvPr/>
        </p:nvSpPr>
        <p:spPr>
          <a:xfrm>
            <a:off x="1344168" y="3895344"/>
            <a:ext cx="82296" cy="0"/>
          </a:xfrm>
          <a:prstGeom prst="line">
            <a:avLst/>
          </a:prstGeom>
          <a:noFill/>
          <a:ln w="15240">
            <a:solidFill>
              <a:srgbClr val="FFFFFF"/>
            </a:solidFill>
            <a:prstDash val="solid"/>
          </a:ln>
        </p:spPr>
      </p:sp>
      <p:sp>
        <p:nvSpPr>
          <p:cNvPr id="221" name="Text 219"/>
          <p:cNvSpPr/>
          <p:nvPr/>
        </p:nvSpPr>
        <p:spPr>
          <a:xfrm>
            <a:off x="1517904" y="3739896"/>
            <a:ext cx="9390888" cy="182880"/>
          </a:xfrm>
          <a:prstGeom prst="rect">
            <a:avLst/>
          </a:prstGeom>
          <a:noFill/>
          <a:ln/>
        </p:spPr>
        <p:txBody>
          <a:bodyPr wrap="square" lIns="635" tIns="635" rIns="635" bIns="635" rtlCol="0" anchor="t">
            <a:normAutofit/>
          </a:bodyPr>
          <a:lstStyle/>
          <a:p>
            <a:pPr marL="0" indent="0" algn="l">
              <a:lnSpc>
                <a:spcPct val="90000"/>
              </a:lnSpc>
              <a:buNone/>
            </a:pPr>
            <a:r>
              <a:rPr lang="en-US" sz="1200" dirty="0">
                <a:solidFill>
                  <a:srgbClr val="0B1F33"/>
                </a:solidFill>
                <a:latin typeface="Malgun Gothic" pitchFamily="34" charset="0"/>
                <a:ea typeface="Malgun Gothic" pitchFamily="34" charset="-122"/>
                <a:cs typeface="Malgun Gothic" pitchFamily="34" charset="-120"/>
              </a:rPr>
              <a:t>문제를 정확히 설명했는가?</a:t>
            </a:r>
            <a:endParaRPr lang="en-US" sz="1200" dirty="0"/>
          </a:p>
        </p:txBody>
      </p:sp>
      <p:sp>
        <p:nvSpPr>
          <p:cNvPr id="222" name="Shape 220"/>
          <p:cNvSpPr/>
          <p:nvPr/>
        </p:nvSpPr>
        <p:spPr>
          <a:xfrm>
            <a:off x="1170432" y="3986784"/>
            <a:ext cx="9829800" cy="265176"/>
          </a:xfrm>
          <a:prstGeom prst="rect">
            <a:avLst/>
          </a:prstGeom>
          <a:solidFill>
            <a:srgbClr val="EFF7FC">
              <a:alpha val="96000"/>
            </a:srgbClr>
          </a:solidFill>
          <a:ln w="7620">
            <a:solidFill>
              <a:srgbClr val="C9D8E4"/>
            </a:solidFill>
            <a:prstDash val="solid"/>
          </a:ln>
        </p:spPr>
      </p:sp>
      <p:sp>
        <p:nvSpPr>
          <p:cNvPr id="223" name="Shape 221"/>
          <p:cNvSpPr/>
          <p:nvPr/>
        </p:nvSpPr>
        <p:spPr>
          <a:xfrm>
            <a:off x="1271016" y="4059936"/>
            <a:ext cx="164592" cy="164592"/>
          </a:xfrm>
          <a:prstGeom prst="rect">
            <a:avLst/>
          </a:prstGeom>
          <a:solidFill>
            <a:srgbClr val="2D8A70"/>
          </a:solidFill>
          <a:ln w="12700">
            <a:solidFill>
              <a:srgbClr val="2D8A70"/>
            </a:solidFill>
            <a:prstDash val="solid"/>
          </a:ln>
        </p:spPr>
      </p:sp>
      <p:sp>
        <p:nvSpPr>
          <p:cNvPr id="224" name="Shape 222"/>
          <p:cNvSpPr/>
          <p:nvPr/>
        </p:nvSpPr>
        <p:spPr>
          <a:xfrm>
            <a:off x="1298448" y="4151376"/>
            <a:ext cx="45720" cy="54864"/>
          </a:xfrm>
          <a:prstGeom prst="line">
            <a:avLst/>
          </a:prstGeom>
          <a:noFill/>
          <a:ln w="15240">
            <a:solidFill>
              <a:srgbClr val="FFFFFF"/>
            </a:solidFill>
            <a:prstDash val="solid"/>
          </a:ln>
        </p:spPr>
      </p:sp>
      <p:sp>
        <p:nvSpPr>
          <p:cNvPr id="225" name="Shape 223"/>
          <p:cNvSpPr/>
          <p:nvPr/>
        </p:nvSpPr>
        <p:spPr>
          <a:xfrm>
            <a:off x="1344168" y="4206240"/>
            <a:ext cx="82296" cy="0"/>
          </a:xfrm>
          <a:prstGeom prst="line">
            <a:avLst/>
          </a:prstGeom>
          <a:noFill/>
          <a:ln w="15240">
            <a:solidFill>
              <a:srgbClr val="FFFFFF"/>
            </a:solidFill>
            <a:prstDash val="solid"/>
          </a:ln>
        </p:spPr>
      </p:sp>
      <p:sp>
        <p:nvSpPr>
          <p:cNvPr id="226" name="Text 224"/>
          <p:cNvSpPr/>
          <p:nvPr/>
        </p:nvSpPr>
        <p:spPr>
          <a:xfrm>
            <a:off x="1517904" y="4050792"/>
            <a:ext cx="9390888" cy="182880"/>
          </a:xfrm>
          <a:prstGeom prst="rect">
            <a:avLst/>
          </a:prstGeom>
          <a:noFill/>
          <a:ln/>
        </p:spPr>
        <p:txBody>
          <a:bodyPr wrap="square" lIns="635" tIns="635" rIns="635" bIns="635" rtlCol="0" anchor="t">
            <a:normAutofit/>
          </a:bodyPr>
          <a:lstStyle/>
          <a:p>
            <a:pPr marL="0" indent="0" algn="l">
              <a:lnSpc>
                <a:spcPct val="90000"/>
              </a:lnSpc>
              <a:buNone/>
            </a:pPr>
            <a:r>
              <a:rPr lang="en-US" sz="1200" dirty="0">
                <a:solidFill>
                  <a:srgbClr val="0B1F33"/>
                </a:solidFill>
                <a:latin typeface="Malgun Gothic" pitchFamily="34" charset="0"/>
                <a:ea typeface="Malgun Gothic" pitchFamily="34" charset="-122"/>
                <a:cs typeface="Malgun Gothic" pitchFamily="34" charset="-120"/>
              </a:rPr>
              <a:t>Spec을 만들었는가?</a:t>
            </a:r>
            <a:endParaRPr lang="en-US" sz="1200" dirty="0"/>
          </a:p>
        </p:txBody>
      </p:sp>
      <p:sp>
        <p:nvSpPr>
          <p:cNvPr id="227" name="Shape 225"/>
          <p:cNvSpPr/>
          <p:nvPr/>
        </p:nvSpPr>
        <p:spPr>
          <a:xfrm>
            <a:off x="1170432" y="4297680"/>
            <a:ext cx="9829800" cy="265176"/>
          </a:xfrm>
          <a:prstGeom prst="rect">
            <a:avLst/>
          </a:prstGeom>
          <a:solidFill>
            <a:srgbClr val="FFFFFF">
              <a:alpha val="96000"/>
            </a:srgbClr>
          </a:solidFill>
          <a:ln w="7620">
            <a:solidFill>
              <a:srgbClr val="C9D8E4"/>
            </a:solidFill>
            <a:prstDash val="solid"/>
          </a:ln>
        </p:spPr>
      </p:sp>
      <p:sp>
        <p:nvSpPr>
          <p:cNvPr id="228" name="Shape 226"/>
          <p:cNvSpPr/>
          <p:nvPr/>
        </p:nvSpPr>
        <p:spPr>
          <a:xfrm>
            <a:off x="1271016" y="4370832"/>
            <a:ext cx="164592" cy="164592"/>
          </a:xfrm>
          <a:prstGeom prst="rect">
            <a:avLst/>
          </a:prstGeom>
          <a:solidFill>
            <a:srgbClr val="2D8A70"/>
          </a:solidFill>
          <a:ln w="12700">
            <a:solidFill>
              <a:srgbClr val="2D8A70"/>
            </a:solidFill>
            <a:prstDash val="solid"/>
          </a:ln>
        </p:spPr>
      </p:sp>
      <p:sp>
        <p:nvSpPr>
          <p:cNvPr id="229" name="Shape 227"/>
          <p:cNvSpPr/>
          <p:nvPr/>
        </p:nvSpPr>
        <p:spPr>
          <a:xfrm>
            <a:off x="1298448" y="4462272"/>
            <a:ext cx="45720" cy="54864"/>
          </a:xfrm>
          <a:prstGeom prst="line">
            <a:avLst/>
          </a:prstGeom>
          <a:noFill/>
          <a:ln w="15240">
            <a:solidFill>
              <a:srgbClr val="FFFFFF"/>
            </a:solidFill>
            <a:prstDash val="solid"/>
          </a:ln>
        </p:spPr>
      </p:sp>
      <p:sp>
        <p:nvSpPr>
          <p:cNvPr id="230" name="Shape 228"/>
          <p:cNvSpPr/>
          <p:nvPr/>
        </p:nvSpPr>
        <p:spPr>
          <a:xfrm>
            <a:off x="1344168" y="4517136"/>
            <a:ext cx="82296" cy="0"/>
          </a:xfrm>
          <a:prstGeom prst="line">
            <a:avLst/>
          </a:prstGeom>
          <a:noFill/>
          <a:ln w="15240">
            <a:solidFill>
              <a:srgbClr val="FFFFFF"/>
            </a:solidFill>
            <a:prstDash val="solid"/>
          </a:ln>
        </p:spPr>
      </p:sp>
      <p:sp>
        <p:nvSpPr>
          <p:cNvPr id="231" name="Text 229"/>
          <p:cNvSpPr/>
          <p:nvPr/>
        </p:nvSpPr>
        <p:spPr>
          <a:xfrm>
            <a:off x="1517904" y="4361688"/>
            <a:ext cx="9390888" cy="182880"/>
          </a:xfrm>
          <a:prstGeom prst="rect">
            <a:avLst/>
          </a:prstGeom>
          <a:noFill/>
          <a:ln/>
        </p:spPr>
        <p:txBody>
          <a:bodyPr wrap="square" lIns="635" tIns="635" rIns="635" bIns="635" rtlCol="0" anchor="t">
            <a:normAutofit/>
          </a:bodyPr>
          <a:lstStyle/>
          <a:p>
            <a:pPr marL="0" indent="0" algn="l">
              <a:lnSpc>
                <a:spcPct val="90000"/>
              </a:lnSpc>
              <a:buNone/>
            </a:pPr>
            <a:r>
              <a:rPr lang="en-US" sz="1200" dirty="0">
                <a:solidFill>
                  <a:srgbClr val="0B1F33"/>
                </a:solidFill>
                <a:latin typeface="Malgun Gothic" pitchFamily="34" charset="0"/>
                <a:ea typeface="Malgun Gothic" pitchFamily="34" charset="-122"/>
                <a:cs typeface="Malgun Gothic" pitchFamily="34" charset="-120"/>
              </a:rPr>
              <a:t>금지사항을 적었는가?</a:t>
            </a:r>
            <a:endParaRPr lang="en-US" sz="1200" dirty="0"/>
          </a:p>
        </p:txBody>
      </p:sp>
      <p:sp>
        <p:nvSpPr>
          <p:cNvPr id="232" name="Shape 230"/>
          <p:cNvSpPr/>
          <p:nvPr/>
        </p:nvSpPr>
        <p:spPr>
          <a:xfrm>
            <a:off x="1170432" y="4608576"/>
            <a:ext cx="9829800" cy="265176"/>
          </a:xfrm>
          <a:prstGeom prst="rect">
            <a:avLst/>
          </a:prstGeom>
          <a:solidFill>
            <a:srgbClr val="EFF7FC">
              <a:alpha val="96000"/>
            </a:srgbClr>
          </a:solidFill>
          <a:ln w="7620">
            <a:solidFill>
              <a:srgbClr val="C9D8E4"/>
            </a:solidFill>
            <a:prstDash val="solid"/>
          </a:ln>
        </p:spPr>
      </p:sp>
      <p:sp>
        <p:nvSpPr>
          <p:cNvPr id="233" name="Shape 231"/>
          <p:cNvSpPr/>
          <p:nvPr/>
        </p:nvSpPr>
        <p:spPr>
          <a:xfrm>
            <a:off x="1271016" y="4681728"/>
            <a:ext cx="164592" cy="164592"/>
          </a:xfrm>
          <a:prstGeom prst="rect">
            <a:avLst/>
          </a:prstGeom>
          <a:solidFill>
            <a:srgbClr val="2D8A70"/>
          </a:solidFill>
          <a:ln w="12700">
            <a:solidFill>
              <a:srgbClr val="2D8A70"/>
            </a:solidFill>
            <a:prstDash val="solid"/>
          </a:ln>
        </p:spPr>
      </p:sp>
      <p:sp>
        <p:nvSpPr>
          <p:cNvPr id="234" name="Shape 232"/>
          <p:cNvSpPr/>
          <p:nvPr/>
        </p:nvSpPr>
        <p:spPr>
          <a:xfrm>
            <a:off x="1298448" y="4773168"/>
            <a:ext cx="45720" cy="54864"/>
          </a:xfrm>
          <a:prstGeom prst="line">
            <a:avLst/>
          </a:prstGeom>
          <a:noFill/>
          <a:ln w="15240">
            <a:solidFill>
              <a:srgbClr val="FFFFFF"/>
            </a:solidFill>
            <a:prstDash val="solid"/>
          </a:ln>
        </p:spPr>
      </p:sp>
      <p:sp>
        <p:nvSpPr>
          <p:cNvPr id="235" name="Shape 233"/>
          <p:cNvSpPr/>
          <p:nvPr/>
        </p:nvSpPr>
        <p:spPr>
          <a:xfrm>
            <a:off x="1344168" y="4828032"/>
            <a:ext cx="82296" cy="0"/>
          </a:xfrm>
          <a:prstGeom prst="line">
            <a:avLst/>
          </a:prstGeom>
          <a:noFill/>
          <a:ln w="15240">
            <a:solidFill>
              <a:srgbClr val="FFFFFF"/>
            </a:solidFill>
            <a:prstDash val="solid"/>
          </a:ln>
        </p:spPr>
      </p:sp>
      <p:sp>
        <p:nvSpPr>
          <p:cNvPr id="236" name="Text 234"/>
          <p:cNvSpPr/>
          <p:nvPr/>
        </p:nvSpPr>
        <p:spPr>
          <a:xfrm>
            <a:off x="1517904" y="4672584"/>
            <a:ext cx="9390888" cy="182880"/>
          </a:xfrm>
          <a:prstGeom prst="rect">
            <a:avLst/>
          </a:prstGeom>
          <a:noFill/>
          <a:ln/>
        </p:spPr>
        <p:txBody>
          <a:bodyPr wrap="square" lIns="635" tIns="635" rIns="635" bIns="635" rtlCol="0" anchor="t">
            <a:normAutofit/>
          </a:bodyPr>
          <a:lstStyle/>
          <a:p>
            <a:pPr marL="0" indent="0" algn="l">
              <a:lnSpc>
                <a:spcPct val="90000"/>
              </a:lnSpc>
              <a:buNone/>
            </a:pPr>
            <a:r>
              <a:rPr lang="en-US" sz="1200" dirty="0">
                <a:solidFill>
                  <a:srgbClr val="0B1F33"/>
                </a:solidFill>
                <a:latin typeface="Malgun Gothic" pitchFamily="34" charset="0"/>
                <a:ea typeface="Malgun Gothic" pitchFamily="34" charset="-122"/>
                <a:cs typeface="Malgun Gothic" pitchFamily="34" charset="-120"/>
              </a:rPr>
              <a:t>보안 기준을 넣었는가?</a:t>
            </a:r>
            <a:endParaRPr lang="en-US" sz="1200" dirty="0"/>
          </a:p>
        </p:txBody>
      </p:sp>
      <p:sp>
        <p:nvSpPr>
          <p:cNvPr id="237" name="Shape 235"/>
          <p:cNvSpPr/>
          <p:nvPr/>
        </p:nvSpPr>
        <p:spPr>
          <a:xfrm>
            <a:off x="1170432" y="4919472"/>
            <a:ext cx="9829800" cy="265176"/>
          </a:xfrm>
          <a:prstGeom prst="rect">
            <a:avLst/>
          </a:prstGeom>
          <a:solidFill>
            <a:srgbClr val="FFFFFF">
              <a:alpha val="96000"/>
            </a:srgbClr>
          </a:solidFill>
          <a:ln w="7620">
            <a:solidFill>
              <a:srgbClr val="C9D8E4"/>
            </a:solidFill>
            <a:prstDash val="solid"/>
          </a:ln>
        </p:spPr>
      </p:sp>
      <p:sp>
        <p:nvSpPr>
          <p:cNvPr id="238" name="Shape 236"/>
          <p:cNvSpPr/>
          <p:nvPr/>
        </p:nvSpPr>
        <p:spPr>
          <a:xfrm>
            <a:off x="1271016" y="4992624"/>
            <a:ext cx="164592" cy="164592"/>
          </a:xfrm>
          <a:prstGeom prst="rect">
            <a:avLst/>
          </a:prstGeom>
          <a:solidFill>
            <a:srgbClr val="2D8A70"/>
          </a:solidFill>
          <a:ln w="12700">
            <a:solidFill>
              <a:srgbClr val="2D8A70"/>
            </a:solidFill>
            <a:prstDash val="solid"/>
          </a:ln>
        </p:spPr>
      </p:sp>
      <p:sp>
        <p:nvSpPr>
          <p:cNvPr id="239" name="Shape 237"/>
          <p:cNvSpPr/>
          <p:nvPr/>
        </p:nvSpPr>
        <p:spPr>
          <a:xfrm>
            <a:off x="1298448" y="5084064"/>
            <a:ext cx="45720" cy="54864"/>
          </a:xfrm>
          <a:prstGeom prst="line">
            <a:avLst/>
          </a:prstGeom>
          <a:noFill/>
          <a:ln w="15240">
            <a:solidFill>
              <a:srgbClr val="FFFFFF"/>
            </a:solidFill>
            <a:prstDash val="solid"/>
          </a:ln>
        </p:spPr>
      </p:sp>
      <p:sp>
        <p:nvSpPr>
          <p:cNvPr id="240" name="Shape 238"/>
          <p:cNvSpPr/>
          <p:nvPr/>
        </p:nvSpPr>
        <p:spPr>
          <a:xfrm>
            <a:off x="1344168" y="5138928"/>
            <a:ext cx="82296" cy="0"/>
          </a:xfrm>
          <a:prstGeom prst="line">
            <a:avLst/>
          </a:prstGeom>
          <a:noFill/>
          <a:ln w="15240">
            <a:solidFill>
              <a:srgbClr val="FFFFFF"/>
            </a:solidFill>
            <a:prstDash val="solid"/>
          </a:ln>
        </p:spPr>
      </p:sp>
      <p:sp>
        <p:nvSpPr>
          <p:cNvPr id="241" name="Text 239"/>
          <p:cNvSpPr/>
          <p:nvPr/>
        </p:nvSpPr>
        <p:spPr>
          <a:xfrm>
            <a:off x="1517904" y="4983480"/>
            <a:ext cx="9390888" cy="182880"/>
          </a:xfrm>
          <a:prstGeom prst="rect">
            <a:avLst/>
          </a:prstGeom>
          <a:noFill/>
          <a:ln/>
        </p:spPr>
        <p:txBody>
          <a:bodyPr wrap="square" lIns="635" tIns="635" rIns="635" bIns="635" rtlCol="0" anchor="t">
            <a:normAutofit/>
          </a:bodyPr>
          <a:lstStyle/>
          <a:p>
            <a:pPr marL="0" indent="0" algn="l">
              <a:lnSpc>
                <a:spcPct val="90000"/>
              </a:lnSpc>
              <a:buNone/>
            </a:pPr>
            <a:r>
              <a:rPr lang="en-US" sz="1200" dirty="0">
                <a:solidFill>
                  <a:srgbClr val="0B1F33"/>
                </a:solidFill>
                <a:latin typeface="Malgun Gothic" pitchFamily="34" charset="0"/>
                <a:ea typeface="Malgun Gothic" pitchFamily="34" charset="-122"/>
                <a:cs typeface="Malgun Gothic" pitchFamily="34" charset="-120"/>
              </a:rPr>
              <a:t>실행과 검토를 했는가?</a:t>
            </a:r>
            <a:endParaRPr lang="en-US" sz="1200" dirty="0"/>
          </a:p>
        </p:txBody>
      </p:sp>
      <p:sp>
        <p:nvSpPr>
          <p:cNvPr id="242" name="Shape 240"/>
          <p:cNvSpPr/>
          <p:nvPr/>
        </p:nvSpPr>
        <p:spPr>
          <a:xfrm>
            <a:off x="1170432" y="5230368"/>
            <a:ext cx="9829800" cy="265176"/>
          </a:xfrm>
          <a:prstGeom prst="rect">
            <a:avLst/>
          </a:prstGeom>
          <a:solidFill>
            <a:srgbClr val="EFF7FC">
              <a:alpha val="96000"/>
            </a:srgbClr>
          </a:solidFill>
          <a:ln w="7620">
            <a:solidFill>
              <a:srgbClr val="C9D8E4"/>
            </a:solidFill>
            <a:prstDash val="solid"/>
          </a:ln>
        </p:spPr>
      </p:sp>
      <p:sp>
        <p:nvSpPr>
          <p:cNvPr id="243" name="Shape 241"/>
          <p:cNvSpPr/>
          <p:nvPr/>
        </p:nvSpPr>
        <p:spPr>
          <a:xfrm>
            <a:off x="1271016" y="5303520"/>
            <a:ext cx="164592" cy="164592"/>
          </a:xfrm>
          <a:prstGeom prst="rect">
            <a:avLst/>
          </a:prstGeom>
          <a:solidFill>
            <a:srgbClr val="2D8A70"/>
          </a:solidFill>
          <a:ln w="12700">
            <a:solidFill>
              <a:srgbClr val="2D8A70"/>
            </a:solidFill>
            <a:prstDash val="solid"/>
          </a:ln>
        </p:spPr>
      </p:sp>
      <p:sp>
        <p:nvSpPr>
          <p:cNvPr id="244" name="Shape 242"/>
          <p:cNvSpPr/>
          <p:nvPr/>
        </p:nvSpPr>
        <p:spPr>
          <a:xfrm>
            <a:off x="1298448" y="5394960"/>
            <a:ext cx="45720" cy="54864"/>
          </a:xfrm>
          <a:prstGeom prst="line">
            <a:avLst/>
          </a:prstGeom>
          <a:noFill/>
          <a:ln w="15240">
            <a:solidFill>
              <a:srgbClr val="FFFFFF"/>
            </a:solidFill>
            <a:prstDash val="solid"/>
          </a:ln>
        </p:spPr>
      </p:sp>
      <p:sp>
        <p:nvSpPr>
          <p:cNvPr id="245" name="Shape 243"/>
          <p:cNvSpPr/>
          <p:nvPr/>
        </p:nvSpPr>
        <p:spPr>
          <a:xfrm>
            <a:off x="1344168" y="5449824"/>
            <a:ext cx="82296" cy="0"/>
          </a:xfrm>
          <a:prstGeom prst="line">
            <a:avLst/>
          </a:prstGeom>
          <a:noFill/>
          <a:ln w="15240">
            <a:solidFill>
              <a:srgbClr val="FFFFFF"/>
            </a:solidFill>
            <a:prstDash val="solid"/>
          </a:ln>
        </p:spPr>
      </p:sp>
      <p:sp>
        <p:nvSpPr>
          <p:cNvPr id="246" name="Text 244"/>
          <p:cNvSpPr/>
          <p:nvPr/>
        </p:nvSpPr>
        <p:spPr>
          <a:xfrm>
            <a:off x="1517904" y="5294376"/>
            <a:ext cx="9390888" cy="182880"/>
          </a:xfrm>
          <a:prstGeom prst="rect">
            <a:avLst/>
          </a:prstGeom>
          <a:noFill/>
          <a:ln/>
        </p:spPr>
        <p:txBody>
          <a:bodyPr wrap="square" lIns="635" tIns="635" rIns="635" bIns="635" rtlCol="0" anchor="t">
            <a:normAutofit/>
          </a:bodyPr>
          <a:lstStyle/>
          <a:p>
            <a:pPr marL="0" indent="0" algn="l">
              <a:lnSpc>
                <a:spcPct val="90000"/>
              </a:lnSpc>
              <a:buNone/>
            </a:pPr>
            <a:r>
              <a:rPr lang="en-US" sz="1200" dirty="0">
                <a:solidFill>
                  <a:srgbClr val="0B1F33"/>
                </a:solidFill>
                <a:latin typeface="Malgun Gothic" pitchFamily="34" charset="0"/>
                <a:ea typeface="Malgun Gothic" pitchFamily="34" charset="-122"/>
                <a:cs typeface="Malgun Gothic" pitchFamily="34" charset="-120"/>
              </a:rPr>
              <a:t>배포 전에 개인정보를 확인했는가?</a:t>
            </a:r>
            <a:endParaRPr lang="en-US" sz="1200" dirty="0"/>
          </a:p>
        </p:txBody>
      </p:sp>
      <p:sp>
        <p:nvSpPr>
          <p:cNvPr id="247" name="Text 245"/>
          <p:cNvSpPr/>
          <p:nvPr/>
        </p:nvSpPr>
        <p:spPr>
          <a:xfrm>
            <a:off x="1097280" y="3063240"/>
            <a:ext cx="9966960" cy="384048"/>
          </a:xfrm>
          <a:prstGeom prst="rect">
            <a:avLst/>
          </a:prstGeom>
          <a:noFill/>
          <a:ln/>
        </p:spPr>
        <p:txBody>
          <a:bodyPr wrap="square" lIns="635" tIns="635" rIns="635" bIns="635" rtlCol="0" anchor="t">
            <a:normAutofit/>
          </a:bodyPr>
          <a:lstStyle/>
          <a:p>
            <a:pPr marL="0" indent="0" algn="ctr">
              <a:lnSpc>
                <a:spcPct val="90000"/>
              </a:lnSpc>
              <a:buNone/>
            </a:pPr>
            <a:r>
              <a:rPr lang="en-US" sz="2200" b="1" dirty="0">
                <a:solidFill>
                  <a:srgbClr val="C95311"/>
                </a:solidFill>
                <a:latin typeface="Malgun Gothic" pitchFamily="34" charset="0"/>
                <a:ea typeface="Malgun Gothic" pitchFamily="34" charset="-122"/>
                <a:cs typeface="Malgun Gothic" pitchFamily="34" charset="-120"/>
              </a:rPr>
              <a:t>AI를 통제하는 사람이 결과물을 만든다.</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3021</Words>
  <Application>Microsoft Office PowerPoint</Application>
  <PresentationFormat>와이드스크린</PresentationFormat>
  <Paragraphs>446</Paragraphs>
  <Slides>20</Slides>
  <Notes>20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20</vt:i4>
      </vt:variant>
    </vt:vector>
  </HeadingPairs>
  <TitlesOfParts>
    <vt:vector size="24" baseType="lpstr">
      <vt:lpstr>Malgun Gothic</vt:lpstr>
      <vt:lpstr>Malgun Gothic</vt:lpstr>
      <vt:lpstr>Arial</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비개발자를 위한 Codex 바이브 코딩</dc:title>
  <dc:subject>하네스 엔지니어링 기반 Codex 바이브 코딩 강의자료</dc:subject>
  <dc:creator>OpenAI Codex</dc:creator>
  <cp:lastModifiedBy>user</cp:lastModifiedBy>
  <cp:revision>3</cp:revision>
  <dcterms:created xsi:type="dcterms:W3CDTF">2026-05-18T12:17:43Z</dcterms:created>
  <dcterms:modified xsi:type="dcterms:W3CDTF">2026-05-20T05:16:25Z</dcterms:modified>
</cp:coreProperties>
</file>